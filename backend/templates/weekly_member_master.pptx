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258" r:id="rId2"/>
    <p:sldId id="259" r:id="rId3"/>
    <p:sldId id="27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10546F"/>
    <a:srgbClr val="FAD5DA"/>
    <a:srgbClr val="D054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0E011-CC62-4FFC-8CCF-8855AA52F500}" v="8" dt="2026-09-13T13:34:02.0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50"/>
        <p:guide pos="529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환 신" userId="99a32c448ad6c8d4" providerId="LiveId" clId="{B46572E2-9DDB-4087-843A-F1ABB5EA5E1C}"/>
    <pc:docChg chg="addSld modSld">
      <pc:chgData name="용환 신" userId="99a32c448ad6c8d4" providerId="LiveId" clId="{B46572E2-9DDB-4087-843A-F1ABB5EA5E1C}" dt="2026-09-13T13:34:02.020" v="32" actId="20577"/>
      <pc:docMkLst>
        <pc:docMk/>
      </pc:docMkLst>
      <pc:sldChg chg="modSp mod">
        <pc:chgData name="용환 신" userId="99a32c448ad6c8d4" providerId="LiveId" clId="{B46572E2-9DDB-4087-843A-F1ABB5EA5E1C}" dt="2026-09-13T13:33:38.887" v="4" actId="20577"/>
        <pc:sldMkLst>
          <pc:docMk/>
          <pc:sldMk cId="3574907298" sldId="258"/>
        </pc:sldMkLst>
        <pc:graphicFrameChg chg="modGraphic">
          <ac:chgData name="용환 신" userId="99a32c448ad6c8d4" providerId="LiveId" clId="{B46572E2-9DDB-4087-843A-F1ABB5EA5E1C}" dt="2026-09-13T13:33:38.887" v="4" actId="20577"/>
          <ac:graphicFrameMkLst>
            <pc:docMk/>
            <pc:sldMk cId="3574907298" sldId="258"/>
            <ac:graphicFrameMk id="6" creationId="{DDADDA9A-2589-DEC7-F050-BFC24F63A290}"/>
          </ac:graphicFrameMkLst>
        </pc:graphicFrameChg>
      </pc:sldChg>
      <pc:sldChg chg="add">
        <pc:chgData name="용환 신" userId="99a32c448ad6c8d4" providerId="LiveId" clId="{B46572E2-9DDB-4087-843A-F1ABB5EA5E1C}" dt="2026-09-13T13:29:39.702" v="0"/>
        <pc:sldMkLst>
          <pc:docMk/>
          <pc:sldMk cId="505356080" sldId="264"/>
        </pc:sldMkLst>
      </pc:sldChg>
      <pc:sldChg chg="add">
        <pc:chgData name="용환 신" userId="99a32c448ad6c8d4" providerId="LiveId" clId="{B46572E2-9DDB-4087-843A-F1ABB5EA5E1C}" dt="2026-09-13T13:29:39.702" v="0"/>
        <pc:sldMkLst>
          <pc:docMk/>
          <pc:sldMk cId="3411090829" sldId="277"/>
        </pc:sldMkLst>
      </pc:sldChg>
      <pc:sldChg chg="modSp add mod">
        <pc:chgData name="용환 신" userId="99a32c448ad6c8d4" providerId="LiveId" clId="{B46572E2-9DDB-4087-843A-F1ABB5EA5E1C}" dt="2026-09-13T13:34:02.020" v="32" actId="20577"/>
        <pc:sldMkLst>
          <pc:docMk/>
          <pc:sldMk cId="2127316470" sldId="279"/>
        </pc:sldMkLst>
        <pc:graphicFrameChg chg="mod modGraphic">
          <ac:chgData name="용환 신" userId="99a32c448ad6c8d4" providerId="LiveId" clId="{B46572E2-9DDB-4087-843A-F1ABB5EA5E1C}" dt="2026-09-13T13:34:02.020" v="32" actId="20577"/>
          <ac:graphicFrameMkLst>
            <pc:docMk/>
            <pc:sldMk cId="2127316470" sldId="279"/>
            <ac:graphicFrameMk id="6" creationId="{DDADDA9A-2589-DEC7-F050-BFC24F63A290}"/>
          </ac:graphicFrameMkLst>
        </pc:graphicFrameChg>
      </pc:sldChg>
      <pc:sldChg chg="add">
        <pc:chgData name="용환 신" userId="99a32c448ad6c8d4" providerId="LiveId" clId="{B46572E2-9DDB-4087-843A-F1ABB5EA5E1C}" dt="2026-09-13T13:29:58.171" v="1"/>
        <pc:sldMkLst>
          <pc:docMk/>
          <pc:sldMk cId="3651332165" sldId="280"/>
        </pc:sldMkLst>
      </pc:sldChg>
      <pc:sldChg chg="add">
        <pc:chgData name="용환 신" userId="99a32c448ad6c8d4" providerId="LiveId" clId="{B46572E2-9DDB-4087-843A-F1ABB5EA5E1C}" dt="2026-09-13T13:29:58.171" v="1"/>
        <pc:sldMkLst>
          <pc:docMk/>
          <pc:sldMk cId="2134970491" sldId="281"/>
        </pc:sldMkLst>
      </pc:sldChg>
      <pc:sldChg chg="add">
        <pc:chgData name="용환 신" userId="99a32c448ad6c8d4" providerId="LiveId" clId="{B46572E2-9DDB-4087-843A-F1ABB5EA5E1C}" dt="2026-09-13T13:29:58.171" v="1"/>
        <pc:sldMkLst>
          <pc:docMk/>
          <pc:sldMk cId="1427877773" sldId="282"/>
        </pc:sldMkLst>
      </pc:sldChg>
      <pc:sldChg chg="add">
        <pc:chgData name="용환 신" userId="99a32c448ad6c8d4" providerId="LiveId" clId="{B46572E2-9DDB-4087-843A-F1ABB5EA5E1C}" dt="2026-09-13T13:30:24.330" v="2"/>
        <pc:sldMkLst>
          <pc:docMk/>
          <pc:sldMk cId="1394318599" sldId="283"/>
        </pc:sldMkLst>
      </pc:sldChg>
      <pc:sldChg chg="add">
        <pc:chgData name="용환 신" userId="99a32c448ad6c8d4" providerId="LiveId" clId="{B46572E2-9DDB-4087-843A-F1ABB5EA5E1C}" dt="2026-09-13T13:30:24.330" v="2"/>
        <pc:sldMkLst>
          <pc:docMk/>
          <pc:sldMk cId="1139414389" sldId="284"/>
        </pc:sldMkLst>
      </pc:sldChg>
      <pc:sldChg chg="add">
        <pc:chgData name="용환 신" userId="99a32c448ad6c8d4" providerId="LiveId" clId="{B46572E2-9DDB-4087-843A-F1ABB5EA5E1C}" dt="2026-09-13T13:30:24.330" v="2"/>
        <pc:sldMkLst>
          <pc:docMk/>
          <pc:sldMk cId="699392068" sldId="285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01F55-3897-4059-87DB-4903F784E9B7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5CA58-C1BC-46DA-97C7-C7355A1687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86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EA94-5C4B-CF37-3B3C-966D2CC4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5DC267-0A0B-C966-E966-02C9B0080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E21D3-843A-50FA-0E7A-D3AC9EEA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1AA469-D87C-5594-979A-4CA744BDB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570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5CA58-C1BC-46DA-97C7-C7355A1687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995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V1">
    <p:bg>
      <p:bgPr>
        <a:gradFill flip="none" rotWithShape="1">
          <a:gsLst>
            <a:gs pos="0">
              <a:srgbClr val="003760"/>
            </a:gs>
            <a:gs pos="100000">
              <a:srgbClr val="003760">
                <a:alpha val="4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28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F76EB04-10CC-CF6E-A883-39A88BB7EFB8}"/>
              </a:ext>
            </a:extLst>
          </p:cNvPr>
          <p:cNvCxnSpPr/>
          <p:nvPr userDrawn="1"/>
        </p:nvCxnSpPr>
        <p:spPr>
          <a:xfrm>
            <a:off x="414440" y="1460408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E2C6E4-7893-AB02-8F66-94E561DDBE57}"/>
              </a:ext>
            </a:extLst>
          </p:cNvPr>
          <p:cNvSpPr txBox="1"/>
          <p:nvPr userDrawn="1"/>
        </p:nvSpPr>
        <p:spPr>
          <a:xfrm>
            <a:off x="414440" y="582152"/>
            <a:ext cx="79829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360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2CBFD-0D3C-5FFB-A001-F13C3EABE19A}"/>
              </a:ext>
            </a:extLst>
          </p:cNvPr>
          <p:cNvSpPr txBox="1"/>
          <p:nvPr userDrawn="1"/>
        </p:nvSpPr>
        <p:spPr>
          <a:xfrm>
            <a:off x="1440673" y="859151"/>
            <a:ext cx="95218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140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CONTENTS</a:t>
            </a:r>
            <a:endParaRPr lang="ko-KR" altLang="en-US" sz="1400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442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F76EB04-10CC-CF6E-A883-39A88BB7EFB8}"/>
              </a:ext>
            </a:extLst>
          </p:cNvPr>
          <p:cNvCxnSpPr/>
          <p:nvPr userDrawn="1"/>
        </p:nvCxnSpPr>
        <p:spPr>
          <a:xfrm>
            <a:off x="414440" y="1460408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67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서브목차 슬라이더">
    <p:bg>
      <p:bgPr>
        <a:gradFill>
          <a:gsLst>
            <a:gs pos="0">
              <a:srgbClr val="024865"/>
            </a:gs>
            <a:gs pos="100000">
              <a:srgbClr val="024865">
                <a:alpha val="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934F13-C6D7-F3FB-2D3D-AED97113733B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114831"/>
            <a:ext cx="580435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개체 틀 1">
            <a:extLst>
              <a:ext uri="{FF2B5EF4-FFF2-40B4-BE49-F238E27FC236}">
                <a16:creationId xmlns:a16="http://schemas.microsoft.com/office/drawing/2014/main" id="{5975AC71-CE14-E951-6A22-4F8C952B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1" y="3074229"/>
            <a:ext cx="4948550" cy="70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bg1">
                    <a:lumMod val="85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6017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0E22E6-CD18-9565-D428-717AE53EE391}"/>
              </a:ext>
            </a:extLst>
          </p:cNvPr>
          <p:cNvSpPr/>
          <p:nvPr userDrawn="1"/>
        </p:nvSpPr>
        <p:spPr>
          <a:xfrm>
            <a:off x="53397" y="650449"/>
            <a:ext cx="12067410" cy="5717458"/>
          </a:xfrm>
          <a:prstGeom prst="roundRect">
            <a:avLst>
              <a:gd name="adj" fmla="val 4493"/>
            </a:avLst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B5778057-1F0F-4BD1-7387-009BD1AB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071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10E22E6-CD18-9565-D428-717AE53EE391}"/>
              </a:ext>
            </a:extLst>
          </p:cNvPr>
          <p:cNvSpPr/>
          <p:nvPr userDrawn="1"/>
        </p:nvSpPr>
        <p:spPr>
          <a:xfrm>
            <a:off x="66745" y="650449"/>
            <a:ext cx="12034037" cy="5717458"/>
          </a:xfrm>
          <a:prstGeom prst="roundRect">
            <a:avLst>
              <a:gd name="adj" fmla="val 4493"/>
            </a:avLst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B5778057-1F0F-4BD1-7387-009BD1ABF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400" b="1" dirty="0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2567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제목 4">
            <a:extLst>
              <a:ext uri="{FF2B5EF4-FFF2-40B4-BE49-F238E27FC236}">
                <a16:creationId xmlns:a16="http://schemas.microsoft.com/office/drawing/2014/main" id="{4C128B3B-4DB6-F14D-AB61-D1251AAE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49520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D16EE44-F6E0-43AB-5F0B-7B62D9EF45EA}"/>
              </a:ext>
            </a:extLst>
          </p:cNvPr>
          <p:cNvCxnSpPr/>
          <p:nvPr userDrawn="1"/>
        </p:nvCxnSpPr>
        <p:spPr>
          <a:xfrm>
            <a:off x="229385" y="583709"/>
            <a:ext cx="11485916" cy="0"/>
          </a:xfrm>
          <a:prstGeom prst="line">
            <a:avLst/>
          </a:prstGeom>
          <a:ln w="12700">
            <a:gradFill>
              <a:gsLst>
                <a:gs pos="0">
                  <a:schemeClr val="accent6">
                    <a:lumMod val="70000"/>
                    <a:lumOff val="30000"/>
                    <a:alpha val="70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86AD241-026A-1027-C47D-9009059EA920}"/>
              </a:ext>
            </a:extLst>
          </p:cNvPr>
          <p:cNvSpPr/>
          <p:nvPr userDrawn="1"/>
        </p:nvSpPr>
        <p:spPr>
          <a:xfrm>
            <a:off x="73419" y="650449"/>
            <a:ext cx="12060736" cy="5717458"/>
          </a:xfrm>
          <a:prstGeom prst="roundRect">
            <a:avLst>
              <a:gd name="adj" fmla="val 449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5400000" algn="t" rotWithShape="0">
              <a:schemeClr val="bg1">
                <a:lumMod val="85000"/>
                <a:alpha val="70000"/>
              </a:schemeClr>
            </a:outerShdw>
          </a:effectLst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13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73419" y="650449"/>
            <a:ext cx="12040712" cy="5788058"/>
          </a:xfrm>
          <a:prstGeom prst="rect">
            <a:avLst/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81338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73419" y="650449"/>
            <a:ext cx="12034038" cy="5788058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47705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내용 슬라이드">
    <p:bg>
      <p:bgPr>
        <a:solidFill>
          <a:srgbClr val="E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0" y="650449"/>
            <a:ext cx="12191998" cy="5788058"/>
          </a:xfrm>
          <a:prstGeom prst="rect">
            <a:avLst/>
          </a:prstGeom>
          <a:gradFill>
            <a:gsLst>
              <a:gs pos="0">
                <a:srgbClr val="004764"/>
              </a:gs>
              <a:gs pos="100000">
                <a:srgbClr val="004764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74B9B72-975D-D3B2-5B15-E32AD9E52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5E85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11199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내용 슬라이드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508863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accent6">
                  <a:lumMod val="50000"/>
                  <a:lumOff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63343C-66F9-9EE8-53D0-6D02EF34C1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49094" y="6514461"/>
            <a:ext cx="942904" cy="20234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0856-7ACB-AF24-2E46-296CBF956C52}"/>
              </a:ext>
            </a:extLst>
          </p:cNvPr>
          <p:cNvSpPr/>
          <p:nvPr userDrawn="1"/>
        </p:nvSpPr>
        <p:spPr>
          <a:xfrm>
            <a:off x="0" y="650449"/>
            <a:ext cx="12191998" cy="5788058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txBody>
          <a:bodyPr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3" name="제목 4">
            <a:extLst>
              <a:ext uri="{FF2B5EF4-FFF2-40B4-BE49-F238E27FC236}">
                <a16:creationId xmlns:a16="http://schemas.microsoft.com/office/drawing/2014/main" id="{A8864AA6-95C6-4ABC-DD4D-A75C5613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85" y="88505"/>
            <a:ext cx="5866615" cy="561944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8923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ZoneTexte 7">
            <a:extLst>
              <a:ext uri="{FF2B5EF4-FFF2-40B4-BE49-F238E27FC236}">
                <a16:creationId xmlns:a16="http://schemas.microsoft.com/office/drawing/2014/main" id="{F7565AA9-0535-714B-905F-9E644D5DFA04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ko-KR"/>
            </a:defPPr>
            <a:lvl1pPr algn="ctr">
              <a:defRPr sz="1067" baseline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fld id="{984FB007-5C84-F347-A76E-037DFFA5CC99}" type="slidenum">
              <a:rPr lang="en-US" noProof="0" smtClean="0"/>
              <a:pPr lvl="0"/>
              <a:t>‹#›</a:t>
            </a:fld>
            <a:endParaRPr lang="en-US" noProof="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1574800"/>
            <a:ext cx="822960" cy="365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801"/>
              </a:spcBef>
            </a:pPr>
            <a:endParaRPr lang="ko-KR" altLang="en-US" sz="16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FDBE1D06-C395-24AE-4920-3DD2AD828565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368535" y="2"/>
            <a:ext cx="4823469" cy="4796287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F7D5DFA0-E984-BF3C-4098-9F9D1B08B5DF}"/>
              </a:ext>
            </a:extLst>
          </p:cNvPr>
          <p:cNvSpPr>
            <a:spLocks/>
          </p:cNvSpPr>
          <p:nvPr userDrawn="1"/>
        </p:nvSpPr>
        <p:spPr bwMode="auto">
          <a:xfrm>
            <a:off x="2" y="2061715"/>
            <a:ext cx="4823469" cy="4796287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</p:spTree>
    <p:extLst>
      <p:ext uri="{BB962C8B-B14F-4D97-AF65-F5344CB8AC3E}">
        <p14:creationId xmlns:p14="http://schemas.microsoft.com/office/powerpoint/2010/main" val="47077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572E088-B664-56BD-BFE0-1C1FAC956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7" name="ZoneTexte 7">
            <a:extLst>
              <a:ext uri="{FF2B5EF4-FFF2-40B4-BE49-F238E27FC236}">
                <a16:creationId xmlns:a16="http://schemas.microsoft.com/office/drawing/2014/main" id="{F7565AA9-0535-714B-905F-9E644D5DFA04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ko-KR"/>
            </a:defPPr>
            <a:lvl1pPr algn="ctr">
              <a:defRPr sz="1067" baseline="0">
                <a:solidFill>
                  <a:schemeClr val="accent6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</a:lstStyle>
          <a:p>
            <a:pPr lvl="0"/>
            <a:fld id="{984FB007-5C84-F347-A76E-037DFFA5CC99}" type="slidenum">
              <a:rPr lang="en-US" noProof="0" smtClean="0"/>
              <a:pPr lvl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9297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그래픽, 블랙, 그래픽 디자인, 디자인이(가) 표시된 사진  AI가 생성한 콘텐츠는 부정확할 수 있습니다.">
            <a:extLst>
              <a:ext uri="{FF2B5EF4-FFF2-40B4-BE49-F238E27FC236}">
                <a16:creationId xmlns:a16="http://schemas.microsoft.com/office/drawing/2014/main" id="{3FE168F9-3C43-9043-E2D6-E1B1F0B515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7192" t="3955" b="3682"/>
          <a:stretch/>
        </p:blipFill>
        <p:spPr>
          <a:xfrm>
            <a:off x="-1" y="-1"/>
            <a:ext cx="4443781" cy="6858001"/>
          </a:xfrm>
          <a:prstGeom prst="rect">
            <a:avLst/>
          </a:prstGeom>
        </p:spPr>
      </p:pic>
      <p:sp>
        <p:nvSpPr>
          <p:cNvPr id="11" name="ZoneTexte 7">
            <a:extLst>
              <a:ext uri="{FF2B5EF4-FFF2-40B4-BE49-F238E27FC236}">
                <a16:creationId xmlns:a16="http://schemas.microsoft.com/office/drawing/2014/main" id="{A2067B04-117E-4F9B-8F7C-63907A4B6548}"/>
              </a:ext>
            </a:extLst>
          </p:cNvPr>
          <p:cNvSpPr txBox="1"/>
          <p:nvPr userDrawn="1"/>
        </p:nvSpPr>
        <p:spPr>
          <a:xfrm>
            <a:off x="1" y="6460735"/>
            <a:ext cx="472579" cy="1641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fld id="{984FB007-5C84-F347-A76E-037DFFA5CC99}" type="slidenum">
              <a:rPr lang="en-US" sz="1067" baseline="0" noProof="0" smtClean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 algn="ctr"/>
              <a:t>‹#›</a:t>
            </a:fld>
            <a:endParaRPr lang="en-US" sz="1067" baseline="0" noProof="0">
              <a:solidFill>
                <a:schemeClr val="tx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22BE5287-182A-8570-FBD8-E01018A2B599}"/>
              </a:ext>
            </a:extLst>
          </p:cNvPr>
          <p:cNvSpPr/>
          <p:nvPr userDrawn="1"/>
        </p:nvSpPr>
        <p:spPr>
          <a:xfrm>
            <a:off x="-7621" y="-1"/>
            <a:ext cx="12199620" cy="6055360"/>
          </a:xfrm>
          <a:custGeom>
            <a:avLst/>
            <a:gdLst>
              <a:gd name="connsiteX0" fmla="*/ 4863912 w 12215791"/>
              <a:gd name="connsiteY0" fmla="*/ 3160618 h 6878320"/>
              <a:gd name="connsiteX1" fmla="*/ 4869884 w 12215791"/>
              <a:gd name="connsiteY1" fmla="*/ 3160618 h 6878320"/>
              <a:gd name="connsiteX2" fmla="*/ 4951497 w 12215791"/>
              <a:gd name="connsiteY2" fmla="*/ 3419393 h 6878320"/>
              <a:gd name="connsiteX3" fmla="*/ 4782298 w 12215791"/>
              <a:gd name="connsiteY3" fmla="*/ 3419393 h 6878320"/>
              <a:gd name="connsiteX4" fmla="*/ 4863912 w 12215791"/>
              <a:gd name="connsiteY4" fmla="*/ 3160618 h 6878320"/>
              <a:gd name="connsiteX5" fmla="*/ 7991526 w 12215791"/>
              <a:gd name="connsiteY5" fmla="*/ 3121802 h 6878320"/>
              <a:gd name="connsiteX6" fmla="*/ 8115874 w 12215791"/>
              <a:gd name="connsiteY6" fmla="*/ 3178347 h 6878320"/>
              <a:gd name="connsiteX7" fmla="*/ 8160725 w 12215791"/>
              <a:gd name="connsiteY7" fmla="*/ 3342756 h 6878320"/>
              <a:gd name="connsiteX8" fmla="*/ 8115874 w 12215791"/>
              <a:gd name="connsiteY8" fmla="*/ 3506978 h 6878320"/>
              <a:gd name="connsiteX9" fmla="*/ 7991526 w 12215791"/>
              <a:gd name="connsiteY9" fmla="*/ 3563710 h 6878320"/>
              <a:gd name="connsiteX10" fmla="*/ 7867550 w 12215791"/>
              <a:gd name="connsiteY10" fmla="*/ 3506978 h 6878320"/>
              <a:gd name="connsiteX11" fmla="*/ 7822326 w 12215791"/>
              <a:gd name="connsiteY11" fmla="*/ 3342756 h 6878320"/>
              <a:gd name="connsiteX12" fmla="*/ 7867550 w 12215791"/>
              <a:gd name="connsiteY12" fmla="*/ 3178347 h 6878320"/>
              <a:gd name="connsiteX13" fmla="*/ 7991526 w 12215791"/>
              <a:gd name="connsiteY13" fmla="*/ 3121802 h 6878320"/>
              <a:gd name="connsiteX14" fmla="*/ 8439154 w 12215791"/>
              <a:gd name="connsiteY14" fmla="*/ 2982462 h 6878320"/>
              <a:gd name="connsiteX15" fmla="*/ 8439154 w 12215791"/>
              <a:gd name="connsiteY15" fmla="*/ 3447261 h 6878320"/>
              <a:gd name="connsiteX16" fmla="*/ 8477270 w 12215791"/>
              <a:gd name="connsiteY16" fmla="*/ 3587707 h 6878320"/>
              <a:gd name="connsiteX17" fmla="*/ 8582844 w 12215791"/>
              <a:gd name="connsiteY17" fmla="*/ 3679716 h 6878320"/>
              <a:gd name="connsiteX18" fmla="*/ 8742716 w 12215791"/>
              <a:gd name="connsiteY18" fmla="*/ 3713003 h 6878320"/>
              <a:gd name="connsiteX19" fmla="*/ 8901926 w 12215791"/>
              <a:gd name="connsiteY19" fmla="*/ 3679716 h 6878320"/>
              <a:gd name="connsiteX20" fmla="*/ 9007832 w 12215791"/>
              <a:gd name="connsiteY20" fmla="*/ 3587707 h 6878320"/>
              <a:gd name="connsiteX21" fmla="*/ 9046280 w 12215791"/>
              <a:gd name="connsiteY21" fmla="*/ 3447261 h 6878320"/>
              <a:gd name="connsiteX22" fmla="*/ 9046280 w 12215791"/>
              <a:gd name="connsiteY22" fmla="*/ 2982462 h 6878320"/>
              <a:gd name="connsiteX23" fmla="*/ 8876086 w 12215791"/>
              <a:gd name="connsiteY23" fmla="*/ 2982462 h 6878320"/>
              <a:gd name="connsiteX24" fmla="*/ 8876086 w 12215791"/>
              <a:gd name="connsiteY24" fmla="*/ 3433327 h 6878320"/>
              <a:gd name="connsiteX25" fmla="*/ 8839446 w 12215791"/>
              <a:gd name="connsiteY25" fmla="*/ 3527568 h 6878320"/>
              <a:gd name="connsiteX26" fmla="*/ 8742716 w 12215791"/>
              <a:gd name="connsiteY26" fmla="*/ 3564705 h 6878320"/>
              <a:gd name="connsiteX27" fmla="*/ 8645490 w 12215791"/>
              <a:gd name="connsiteY27" fmla="*/ 3527568 h 6878320"/>
              <a:gd name="connsiteX28" fmla="*/ 8608353 w 12215791"/>
              <a:gd name="connsiteY28" fmla="*/ 3433327 h 6878320"/>
              <a:gd name="connsiteX29" fmla="*/ 8608353 w 12215791"/>
              <a:gd name="connsiteY29" fmla="*/ 2982462 h 6878320"/>
              <a:gd name="connsiteX30" fmla="*/ 8439154 w 12215791"/>
              <a:gd name="connsiteY30" fmla="*/ 2982462 h 6878320"/>
              <a:gd name="connsiteX31" fmla="*/ 6886858 w 12215791"/>
              <a:gd name="connsiteY31" fmla="*/ 2982462 h 6878320"/>
              <a:gd name="connsiteX32" fmla="*/ 7150609 w 12215791"/>
              <a:gd name="connsiteY32" fmla="*/ 3459205 h 6878320"/>
              <a:gd name="connsiteX33" fmla="*/ 7150609 w 12215791"/>
              <a:gd name="connsiteY33" fmla="*/ 3703050 h 6878320"/>
              <a:gd name="connsiteX34" fmla="*/ 7319808 w 12215791"/>
              <a:gd name="connsiteY34" fmla="*/ 3703050 h 6878320"/>
              <a:gd name="connsiteX35" fmla="*/ 7319808 w 12215791"/>
              <a:gd name="connsiteY35" fmla="*/ 3459205 h 6878320"/>
              <a:gd name="connsiteX36" fmla="*/ 7582565 w 12215791"/>
              <a:gd name="connsiteY36" fmla="*/ 2982462 h 6878320"/>
              <a:gd name="connsiteX37" fmla="*/ 7393460 w 12215791"/>
              <a:gd name="connsiteY37" fmla="*/ 2982462 h 6878320"/>
              <a:gd name="connsiteX38" fmla="*/ 7238195 w 12215791"/>
              <a:gd name="connsiteY38" fmla="*/ 3285029 h 6878320"/>
              <a:gd name="connsiteX39" fmla="*/ 7232223 w 12215791"/>
              <a:gd name="connsiteY39" fmla="*/ 3285029 h 6878320"/>
              <a:gd name="connsiteX40" fmla="*/ 7076958 w 12215791"/>
              <a:gd name="connsiteY40" fmla="*/ 2982462 h 6878320"/>
              <a:gd name="connsiteX41" fmla="*/ 6886858 w 12215791"/>
              <a:gd name="connsiteY41" fmla="*/ 2982462 h 6878320"/>
              <a:gd name="connsiteX42" fmla="*/ 6019804 w 12215791"/>
              <a:gd name="connsiteY42" fmla="*/ 2982462 h 6878320"/>
              <a:gd name="connsiteX43" fmla="*/ 6019804 w 12215791"/>
              <a:gd name="connsiteY43" fmla="*/ 3703050 h 6878320"/>
              <a:gd name="connsiteX44" fmla="*/ 6189003 w 12215791"/>
              <a:gd name="connsiteY44" fmla="*/ 3703050 h 6878320"/>
              <a:gd name="connsiteX45" fmla="*/ 6189003 w 12215791"/>
              <a:gd name="connsiteY45" fmla="*/ 3505983 h 6878320"/>
              <a:gd name="connsiteX46" fmla="*/ 6260664 w 12215791"/>
              <a:gd name="connsiteY46" fmla="*/ 3417403 h 6878320"/>
              <a:gd name="connsiteX47" fmla="*/ 6442801 w 12215791"/>
              <a:gd name="connsiteY47" fmla="*/ 3703050 h 6878320"/>
              <a:gd name="connsiteX48" fmla="*/ 6645840 w 12215791"/>
              <a:gd name="connsiteY48" fmla="*/ 3703050 h 6878320"/>
              <a:gd name="connsiteX49" fmla="*/ 6384079 w 12215791"/>
              <a:gd name="connsiteY49" fmla="*/ 3303940 h 6878320"/>
              <a:gd name="connsiteX50" fmla="*/ 6641859 w 12215791"/>
              <a:gd name="connsiteY50" fmla="*/ 2982462 h 6878320"/>
              <a:gd name="connsiteX51" fmla="*/ 6440811 w 12215791"/>
              <a:gd name="connsiteY51" fmla="*/ 2982462 h 6878320"/>
              <a:gd name="connsiteX52" fmla="*/ 6198956 w 12215791"/>
              <a:gd name="connsiteY52" fmla="*/ 3290006 h 6878320"/>
              <a:gd name="connsiteX53" fmla="*/ 6189003 w 12215791"/>
              <a:gd name="connsiteY53" fmla="*/ 3290006 h 6878320"/>
              <a:gd name="connsiteX54" fmla="*/ 6189003 w 12215791"/>
              <a:gd name="connsiteY54" fmla="*/ 2982462 h 6878320"/>
              <a:gd name="connsiteX55" fmla="*/ 6019804 w 12215791"/>
              <a:gd name="connsiteY55" fmla="*/ 2982462 h 6878320"/>
              <a:gd name="connsiteX56" fmla="*/ 5295904 w 12215791"/>
              <a:gd name="connsiteY56" fmla="*/ 2982462 h 6878320"/>
              <a:gd name="connsiteX57" fmla="*/ 5295904 w 12215791"/>
              <a:gd name="connsiteY57" fmla="*/ 3703050 h 6878320"/>
              <a:gd name="connsiteX58" fmla="*/ 5465103 w 12215791"/>
              <a:gd name="connsiteY58" fmla="*/ 3703050 h 6878320"/>
              <a:gd name="connsiteX59" fmla="*/ 5465103 w 12215791"/>
              <a:gd name="connsiteY59" fmla="*/ 3280053 h 6878320"/>
              <a:gd name="connsiteX60" fmla="*/ 5470079 w 12215791"/>
              <a:gd name="connsiteY60" fmla="*/ 3280053 h 6878320"/>
              <a:gd name="connsiteX61" fmla="*/ 5762694 w 12215791"/>
              <a:gd name="connsiteY61" fmla="*/ 3703050 h 6878320"/>
              <a:gd name="connsiteX62" fmla="*/ 5907012 w 12215791"/>
              <a:gd name="connsiteY62" fmla="*/ 3703050 h 6878320"/>
              <a:gd name="connsiteX63" fmla="*/ 5907012 w 12215791"/>
              <a:gd name="connsiteY63" fmla="*/ 2982462 h 6878320"/>
              <a:gd name="connsiteX64" fmla="*/ 5737812 w 12215791"/>
              <a:gd name="connsiteY64" fmla="*/ 2982462 h 6878320"/>
              <a:gd name="connsiteX65" fmla="*/ 5737812 w 12215791"/>
              <a:gd name="connsiteY65" fmla="*/ 3405459 h 6878320"/>
              <a:gd name="connsiteX66" fmla="*/ 5731840 w 12215791"/>
              <a:gd name="connsiteY66" fmla="*/ 3405459 h 6878320"/>
              <a:gd name="connsiteX67" fmla="*/ 5442211 w 12215791"/>
              <a:gd name="connsiteY67" fmla="*/ 2982462 h 6878320"/>
              <a:gd name="connsiteX68" fmla="*/ 5295904 w 12215791"/>
              <a:gd name="connsiteY68" fmla="*/ 2982462 h 6878320"/>
              <a:gd name="connsiteX69" fmla="*/ 4754430 w 12215791"/>
              <a:gd name="connsiteY69" fmla="*/ 2982462 h 6878320"/>
              <a:gd name="connsiteX70" fmla="*/ 4509589 w 12215791"/>
              <a:gd name="connsiteY70" fmla="*/ 3703050 h 6878320"/>
              <a:gd name="connsiteX71" fmla="*/ 4692722 w 12215791"/>
              <a:gd name="connsiteY71" fmla="*/ 3703050 h 6878320"/>
              <a:gd name="connsiteX72" fmla="*/ 4741492 w 12215791"/>
              <a:gd name="connsiteY72" fmla="*/ 3548781 h 6878320"/>
              <a:gd name="connsiteX73" fmla="*/ 4992304 w 12215791"/>
              <a:gd name="connsiteY73" fmla="*/ 3548781 h 6878320"/>
              <a:gd name="connsiteX74" fmla="*/ 5041073 w 12215791"/>
              <a:gd name="connsiteY74" fmla="*/ 3703050 h 6878320"/>
              <a:gd name="connsiteX75" fmla="*/ 5223211 w 12215791"/>
              <a:gd name="connsiteY75" fmla="*/ 3703050 h 6878320"/>
              <a:gd name="connsiteX76" fmla="*/ 4979365 w 12215791"/>
              <a:gd name="connsiteY76" fmla="*/ 2982462 h 6878320"/>
              <a:gd name="connsiteX77" fmla="*/ 4754430 w 12215791"/>
              <a:gd name="connsiteY77" fmla="*/ 2982462 h 6878320"/>
              <a:gd name="connsiteX78" fmla="*/ 3810004 w 12215791"/>
              <a:gd name="connsiteY78" fmla="*/ 2982462 h 6878320"/>
              <a:gd name="connsiteX79" fmla="*/ 3810004 w 12215791"/>
              <a:gd name="connsiteY79" fmla="*/ 3703050 h 6878320"/>
              <a:gd name="connsiteX80" fmla="*/ 3979203 w 12215791"/>
              <a:gd name="connsiteY80" fmla="*/ 3703050 h 6878320"/>
              <a:gd name="connsiteX81" fmla="*/ 3979203 w 12215791"/>
              <a:gd name="connsiteY81" fmla="*/ 3411431 h 6878320"/>
              <a:gd name="connsiteX82" fmla="*/ 4268832 w 12215791"/>
              <a:gd name="connsiteY82" fmla="*/ 3411431 h 6878320"/>
              <a:gd name="connsiteX83" fmla="*/ 4268832 w 12215791"/>
              <a:gd name="connsiteY83" fmla="*/ 3703050 h 6878320"/>
              <a:gd name="connsiteX84" fmla="*/ 4438031 w 12215791"/>
              <a:gd name="connsiteY84" fmla="*/ 3703050 h 6878320"/>
              <a:gd name="connsiteX85" fmla="*/ 4438031 w 12215791"/>
              <a:gd name="connsiteY85" fmla="*/ 2982462 h 6878320"/>
              <a:gd name="connsiteX86" fmla="*/ 4268832 w 12215791"/>
              <a:gd name="connsiteY86" fmla="*/ 2982462 h 6878320"/>
              <a:gd name="connsiteX87" fmla="*/ 4268832 w 12215791"/>
              <a:gd name="connsiteY87" fmla="*/ 3273086 h 6878320"/>
              <a:gd name="connsiteX88" fmla="*/ 3979203 w 12215791"/>
              <a:gd name="connsiteY88" fmla="*/ 3273086 h 6878320"/>
              <a:gd name="connsiteX89" fmla="*/ 3979203 w 12215791"/>
              <a:gd name="connsiteY89" fmla="*/ 2982462 h 6878320"/>
              <a:gd name="connsiteX90" fmla="*/ 3810004 w 12215791"/>
              <a:gd name="connsiteY90" fmla="*/ 2982462 h 6878320"/>
              <a:gd name="connsiteX91" fmla="*/ 3118372 w 12215791"/>
              <a:gd name="connsiteY91" fmla="*/ 2982462 h 6878320"/>
              <a:gd name="connsiteX92" fmla="*/ 3118372 w 12215791"/>
              <a:gd name="connsiteY92" fmla="*/ 3120807 h 6878320"/>
              <a:gd name="connsiteX93" fmla="*/ 3337335 w 12215791"/>
              <a:gd name="connsiteY93" fmla="*/ 3120807 h 6878320"/>
              <a:gd name="connsiteX94" fmla="*/ 3337335 w 12215791"/>
              <a:gd name="connsiteY94" fmla="*/ 3703050 h 6878320"/>
              <a:gd name="connsiteX95" fmla="*/ 3505539 w 12215791"/>
              <a:gd name="connsiteY95" fmla="*/ 3703050 h 6878320"/>
              <a:gd name="connsiteX96" fmla="*/ 3505539 w 12215791"/>
              <a:gd name="connsiteY96" fmla="*/ 3120807 h 6878320"/>
              <a:gd name="connsiteX97" fmla="*/ 3724503 w 12215791"/>
              <a:gd name="connsiteY97" fmla="*/ 3120807 h 6878320"/>
              <a:gd name="connsiteX98" fmla="*/ 3724503 w 12215791"/>
              <a:gd name="connsiteY98" fmla="*/ 2982462 h 6878320"/>
              <a:gd name="connsiteX99" fmla="*/ 3118372 w 12215791"/>
              <a:gd name="connsiteY99" fmla="*/ 2982462 h 6878320"/>
              <a:gd name="connsiteX100" fmla="*/ 7991526 w 12215791"/>
              <a:gd name="connsiteY100" fmla="*/ 2972509 h 6878320"/>
              <a:gd name="connsiteX101" fmla="*/ 7816503 w 12215791"/>
              <a:gd name="connsiteY101" fmla="*/ 3015638 h 6878320"/>
              <a:gd name="connsiteX102" fmla="*/ 7694782 w 12215791"/>
              <a:gd name="connsiteY102" fmla="*/ 3141044 h 6878320"/>
              <a:gd name="connsiteX103" fmla="*/ 7649146 w 12215791"/>
              <a:gd name="connsiteY103" fmla="*/ 3342756 h 6878320"/>
              <a:gd name="connsiteX104" fmla="*/ 7694782 w 12215791"/>
              <a:gd name="connsiteY104" fmla="*/ 3543804 h 6878320"/>
              <a:gd name="connsiteX105" fmla="*/ 7816503 w 12215791"/>
              <a:gd name="connsiteY105" fmla="*/ 3669542 h 6878320"/>
              <a:gd name="connsiteX106" fmla="*/ 7991526 w 12215791"/>
              <a:gd name="connsiteY106" fmla="*/ 3713003 h 6878320"/>
              <a:gd name="connsiteX107" fmla="*/ 8166217 w 12215791"/>
              <a:gd name="connsiteY107" fmla="*/ 3669763 h 6878320"/>
              <a:gd name="connsiteX108" fmla="*/ 8288269 w 12215791"/>
              <a:gd name="connsiteY108" fmla="*/ 3544246 h 6878320"/>
              <a:gd name="connsiteX109" fmla="*/ 8333905 w 12215791"/>
              <a:gd name="connsiteY109" fmla="*/ 3342756 h 6878320"/>
              <a:gd name="connsiteX110" fmla="*/ 8288269 w 12215791"/>
              <a:gd name="connsiteY110" fmla="*/ 3141044 h 6878320"/>
              <a:gd name="connsiteX111" fmla="*/ 8166217 w 12215791"/>
              <a:gd name="connsiteY111" fmla="*/ 3015638 h 6878320"/>
              <a:gd name="connsiteX112" fmla="*/ 7991526 w 12215791"/>
              <a:gd name="connsiteY112" fmla="*/ 2972509 h 6878320"/>
              <a:gd name="connsiteX113" fmla="*/ 0 w 12215791"/>
              <a:gd name="connsiteY113" fmla="*/ 822960 h 6878320"/>
              <a:gd name="connsiteX114" fmla="*/ 12215791 w 12215791"/>
              <a:gd name="connsiteY114" fmla="*/ 0 h 6878320"/>
              <a:gd name="connsiteX115" fmla="*/ 12215791 w 12215791"/>
              <a:gd name="connsiteY115" fmla="*/ 6878320 h 6878320"/>
              <a:gd name="connsiteX116" fmla="*/ 0 w 12215791"/>
              <a:gd name="connsiteY116" fmla="*/ 6878320 h 6878320"/>
              <a:gd name="connsiteX117" fmla="*/ 0 w 12215791"/>
              <a:gd name="connsiteY117" fmla="*/ 822960 h 6878320"/>
              <a:gd name="connsiteX0" fmla="*/ 4863912 w 12223426"/>
              <a:gd name="connsiteY0" fmla="*/ 2337658 h 6055360"/>
              <a:gd name="connsiteX1" fmla="*/ 4869884 w 12223426"/>
              <a:gd name="connsiteY1" fmla="*/ 2337658 h 6055360"/>
              <a:gd name="connsiteX2" fmla="*/ 4951497 w 12223426"/>
              <a:gd name="connsiteY2" fmla="*/ 2596433 h 6055360"/>
              <a:gd name="connsiteX3" fmla="*/ 4782298 w 12223426"/>
              <a:gd name="connsiteY3" fmla="*/ 2596433 h 6055360"/>
              <a:gd name="connsiteX4" fmla="*/ 4863912 w 12223426"/>
              <a:gd name="connsiteY4" fmla="*/ 2337658 h 6055360"/>
              <a:gd name="connsiteX5" fmla="*/ 7991526 w 12223426"/>
              <a:gd name="connsiteY5" fmla="*/ 2298842 h 6055360"/>
              <a:gd name="connsiteX6" fmla="*/ 8115874 w 12223426"/>
              <a:gd name="connsiteY6" fmla="*/ 2355387 h 6055360"/>
              <a:gd name="connsiteX7" fmla="*/ 8160725 w 12223426"/>
              <a:gd name="connsiteY7" fmla="*/ 2519796 h 6055360"/>
              <a:gd name="connsiteX8" fmla="*/ 8115874 w 12223426"/>
              <a:gd name="connsiteY8" fmla="*/ 2684018 h 6055360"/>
              <a:gd name="connsiteX9" fmla="*/ 7991526 w 12223426"/>
              <a:gd name="connsiteY9" fmla="*/ 2740750 h 6055360"/>
              <a:gd name="connsiteX10" fmla="*/ 7867550 w 12223426"/>
              <a:gd name="connsiteY10" fmla="*/ 2684018 h 6055360"/>
              <a:gd name="connsiteX11" fmla="*/ 7822326 w 12223426"/>
              <a:gd name="connsiteY11" fmla="*/ 2519796 h 6055360"/>
              <a:gd name="connsiteX12" fmla="*/ 7867550 w 12223426"/>
              <a:gd name="connsiteY12" fmla="*/ 2355387 h 6055360"/>
              <a:gd name="connsiteX13" fmla="*/ 7991526 w 12223426"/>
              <a:gd name="connsiteY13" fmla="*/ 2298842 h 6055360"/>
              <a:gd name="connsiteX14" fmla="*/ 8439154 w 12223426"/>
              <a:gd name="connsiteY14" fmla="*/ 2159502 h 6055360"/>
              <a:gd name="connsiteX15" fmla="*/ 8439154 w 12223426"/>
              <a:gd name="connsiteY15" fmla="*/ 2624301 h 6055360"/>
              <a:gd name="connsiteX16" fmla="*/ 8477270 w 12223426"/>
              <a:gd name="connsiteY16" fmla="*/ 2764747 h 6055360"/>
              <a:gd name="connsiteX17" fmla="*/ 8582844 w 12223426"/>
              <a:gd name="connsiteY17" fmla="*/ 2856756 h 6055360"/>
              <a:gd name="connsiteX18" fmla="*/ 8742716 w 12223426"/>
              <a:gd name="connsiteY18" fmla="*/ 2890043 h 6055360"/>
              <a:gd name="connsiteX19" fmla="*/ 8901926 w 12223426"/>
              <a:gd name="connsiteY19" fmla="*/ 2856756 h 6055360"/>
              <a:gd name="connsiteX20" fmla="*/ 9007832 w 12223426"/>
              <a:gd name="connsiteY20" fmla="*/ 2764747 h 6055360"/>
              <a:gd name="connsiteX21" fmla="*/ 9046280 w 12223426"/>
              <a:gd name="connsiteY21" fmla="*/ 2624301 h 6055360"/>
              <a:gd name="connsiteX22" fmla="*/ 9046280 w 12223426"/>
              <a:gd name="connsiteY22" fmla="*/ 2159502 h 6055360"/>
              <a:gd name="connsiteX23" fmla="*/ 8876086 w 12223426"/>
              <a:gd name="connsiteY23" fmla="*/ 2159502 h 6055360"/>
              <a:gd name="connsiteX24" fmla="*/ 8876086 w 12223426"/>
              <a:gd name="connsiteY24" fmla="*/ 2610367 h 6055360"/>
              <a:gd name="connsiteX25" fmla="*/ 8839446 w 12223426"/>
              <a:gd name="connsiteY25" fmla="*/ 2704608 h 6055360"/>
              <a:gd name="connsiteX26" fmla="*/ 8742716 w 12223426"/>
              <a:gd name="connsiteY26" fmla="*/ 2741745 h 6055360"/>
              <a:gd name="connsiteX27" fmla="*/ 8645490 w 12223426"/>
              <a:gd name="connsiteY27" fmla="*/ 2704608 h 6055360"/>
              <a:gd name="connsiteX28" fmla="*/ 8608353 w 12223426"/>
              <a:gd name="connsiteY28" fmla="*/ 2610367 h 6055360"/>
              <a:gd name="connsiteX29" fmla="*/ 8608353 w 12223426"/>
              <a:gd name="connsiteY29" fmla="*/ 2159502 h 6055360"/>
              <a:gd name="connsiteX30" fmla="*/ 8439154 w 12223426"/>
              <a:gd name="connsiteY30" fmla="*/ 2159502 h 6055360"/>
              <a:gd name="connsiteX31" fmla="*/ 6886858 w 12223426"/>
              <a:gd name="connsiteY31" fmla="*/ 2159502 h 6055360"/>
              <a:gd name="connsiteX32" fmla="*/ 7150609 w 12223426"/>
              <a:gd name="connsiteY32" fmla="*/ 2636245 h 6055360"/>
              <a:gd name="connsiteX33" fmla="*/ 7150609 w 12223426"/>
              <a:gd name="connsiteY33" fmla="*/ 2880090 h 6055360"/>
              <a:gd name="connsiteX34" fmla="*/ 7319808 w 12223426"/>
              <a:gd name="connsiteY34" fmla="*/ 2880090 h 6055360"/>
              <a:gd name="connsiteX35" fmla="*/ 7319808 w 12223426"/>
              <a:gd name="connsiteY35" fmla="*/ 2636245 h 6055360"/>
              <a:gd name="connsiteX36" fmla="*/ 7582565 w 12223426"/>
              <a:gd name="connsiteY36" fmla="*/ 2159502 h 6055360"/>
              <a:gd name="connsiteX37" fmla="*/ 7393460 w 12223426"/>
              <a:gd name="connsiteY37" fmla="*/ 2159502 h 6055360"/>
              <a:gd name="connsiteX38" fmla="*/ 7238195 w 12223426"/>
              <a:gd name="connsiteY38" fmla="*/ 2462069 h 6055360"/>
              <a:gd name="connsiteX39" fmla="*/ 7232223 w 12223426"/>
              <a:gd name="connsiteY39" fmla="*/ 2462069 h 6055360"/>
              <a:gd name="connsiteX40" fmla="*/ 7076958 w 12223426"/>
              <a:gd name="connsiteY40" fmla="*/ 2159502 h 6055360"/>
              <a:gd name="connsiteX41" fmla="*/ 6886858 w 12223426"/>
              <a:gd name="connsiteY41" fmla="*/ 2159502 h 6055360"/>
              <a:gd name="connsiteX42" fmla="*/ 6019804 w 12223426"/>
              <a:gd name="connsiteY42" fmla="*/ 2159502 h 6055360"/>
              <a:gd name="connsiteX43" fmla="*/ 6019804 w 12223426"/>
              <a:gd name="connsiteY43" fmla="*/ 2880090 h 6055360"/>
              <a:gd name="connsiteX44" fmla="*/ 6189003 w 12223426"/>
              <a:gd name="connsiteY44" fmla="*/ 2880090 h 6055360"/>
              <a:gd name="connsiteX45" fmla="*/ 6189003 w 12223426"/>
              <a:gd name="connsiteY45" fmla="*/ 2683023 h 6055360"/>
              <a:gd name="connsiteX46" fmla="*/ 6260664 w 12223426"/>
              <a:gd name="connsiteY46" fmla="*/ 2594443 h 6055360"/>
              <a:gd name="connsiteX47" fmla="*/ 6442801 w 12223426"/>
              <a:gd name="connsiteY47" fmla="*/ 2880090 h 6055360"/>
              <a:gd name="connsiteX48" fmla="*/ 6645840 w 12223426"/>
              <a:gd name="connsiteY48" fmla="*/ 2880090 h 6055360"/>
              <a:gd name="connsiteX49" fmla="*/ 6384079 w 12223426"/>
              <a:gd name="connsiteY49" fmla="*/ 2480980 h 6055360"/>
              <a:gd name="connsiteX50" fmla="*/ 6641859 w 12223426"/>
              <a:gd name="connsiteY50" fmla="*/ 2159502 h 6055360"/>
              <a:gd name="connsiteX51" fmla="*/ 6440811 w 12223426"/>
              <a:gd name="connsiteY51" fmla="*/ 2159502 h 6055360"/>
              <a:gd name="connsiteX52" fmla="*/ 6198956 w 12223426"/>
              <a:gd name="connsiteY52" fmla="*/ 2467046 h 6055360"/>
              <a:gd name="connsiteX53" fmla="*/ 6189003 w 12223426"/>
              <a:gd name="connsiteY53" fmla="*/ 2467046 h 6055360"/>
              <a:gd name="connsiteX54" fmla="*/ 6189003 w 12223426"/>
              <a:gd name="connsiteY54" fmla="*/ 2159502 h 6055360"/>
              <a:gd name="connsiteX55" fmla="*/ 6019804 w 12223426"/>
              <a:gd name="connsiteY55" fmla="*/ 2159502 h 6055360"/>
              <a:gd name="connsiteX56" fmla="*/ 5295904 w 12223426"/>
              <a:gd name="connsiteY56" fmla="*/ 2159502 h 6055360"/>
              <a:gd name="connsiteX57" fmla="*/ 5295904 w 12223426"/>
              <a:gd name="connsiteY57" fmla="*/ 2880090 h 6055360"/>
              <a:gd name="connsiteX58" fmla="*/ 5465103 w 12223426"/>
              <a:gd name="connsiteY58" fmla="*/ 2880090 h 6055360"/>
              <a:gd name="connsiteX59" fmla="*/ 5465103 w 12223426"/>
              <a:gd name="connsiteY59" fmla="*/ 2457093 h 6055360"/>
              <a:gd name="connsiteX60" fmla="*/ 5470079 w 12223426"/>
              <a:gd name="connsiteY60" fmla="*/ 2457093 h 6055360"/>
              <a:gd name="connsiteX61" fmla="*/ 5762694 w 12223426"/>
              <a:gd name="connsiteY61" fmla="*/ 2880090 h 6055360"/>
              <a:gd name="connsiteX62" fmla="*/ 5907012 w 12223426"/>
              <a:gd name="connsiteY62" fmla="*/ 2880090 h 6055360"/>
              <a:gd name="connsiteX63" fmla="*/ 5907012 w 12223426"/>
              <a:gd name="connsiteY63" fmla="*/ 2159502 h 6055360"/>
              <a:gd name="connsiteX64" fmla="*/ 5737812 w 12223426"/>
              <a:gd name="connsiteY64" fmla="*/ 2159502 h 6055360"/>
              <a:gd name="connsiteX65" fmla="*/ 5737812 w 12223426"/>
              <a:gd name="connsiteY65" fmla="*/ 2582499 h 6055360"/>
              <a:gd name="connsiteX66" fmla="*/ 5731840 w 12223426"/>
              <a:gd name="connsiteY66" fmla="*/ 2582499 h 6055360"/>
              <a:gd name="connsiteX67" fmla="*/ 5442211 w 12223426"/>
              <a:gd name="connsiteY67" fmla="*/ 2159502 h 6055360"/>
              <a:gd name="connsiteX68" fmla="*/ 5295904 w 12223426"/>
              <a:gd name="connsiteY68" fmla="*/ 2159502 h 6055360"/>
              <a:gd name="connsiteX69" fmla="*/ 4754430 w 12223426"/>
              <a:gd name="connsiteY69" fmla="*/ 2159502 h 6055360"/>
              <a:gd name="connsiteX70" fmla="*/ 4509589 w 12223426"/>
              <a:gd name="connsiteY70" fmla="*/ 2880090 h 6055360"/>
              <a:gd name="connsiteX71" fmla="*/ 4692722 w 12223426"/>
              <a:gd name="connsiteY71" fmla="*/ 2880090 h 6055360"/>
              <a:gd name="connsiteX72" fmla="*/ 4741492 w 12223426"/>
              <a:gd name="connsiteY72" fmla="*/ 2725821 h 6055360"/>
              <a:gd name="connsiteX73" fmla="*/ 4992304 w 12223426"/>
              <a:gd name="connsiteY73" fmla="*/ 2725821 h 6055360"/>
              <a:gd name="connsiteX74" fmla="*/ 5041073 w 12223426"/>
              <a:gd name="connsiteY74" fmla="*/ 2880090 h 6055360"/>
              <a:gd name="connsiteX75" fmla="*/ 5223211 w 12223426"/>
              <a:gd name="connsiteY75" fmla="*/ 2880090 h 6055360"/>
              <a:gd name="connsiteX76" fmla="*/ 4979365 w 12223426"/>
              <a:gd name="connsiteY76" fmla="*/ 2159502 h 6055360"/>
              <a:gd name="connsiteX77" fmla="*/ 4754430 w 12223426"/>
              <a:gd name="connsiteY77" fmla="*/ 2159502 h 6055360"/>
              <a:gd name="connsiteX78" fmla="*/ 3810004 w 12223426"/>
              <a:gd name="connsiteY78" fmla="*/ 2159502 h 6055360"/>
              <a:gd name="connsiteX79" fmla="*/ 3810004 w 12223426"/>
              <a:gd name="connsiteY79" fmla="*/ 2880090 h 6055360"/>
              <a:gd name="connsiteX80" fmla="*/ 3979203 w 12223426"/>
              <a:gd name="connsiteY80" fmla="*/ 2880090 h 6055360"/>
              <a:gd name="connsiteX81" fmla="*/ 3979203 w 12223426"/>
              <a:gd name="connsiteY81" fmla="*/ 2588471 h 6055360"/>
              <a:gd name="connsiteX82" fmla="*/ 4268832 w 12223426"/>
              <a:gd name="connsiteY82" fmla="*/ 2588471 h 6055360"/>
              <a:gd name="connsiteX83" fmla="*/ 4268832 w 12223426"/>
              <a:gd name="connsiteY83" fmla="*/ 2880090 h 6055360"/>
              <a:gd name="connsiteX84" fmla="*/ 4438031 w 12223426"/>
              <a:gd name="connsiteY84" fmla="*/ 2880090 h 6055360"/>
              <a:gd name="connsiteX85" fmla="*/ 4438031 w 12223426"/>
              <a:gd name="connsiteY85" fmla="*/ 2159502 h 6055360"/>
              <a:gd name="connsiteX86" fmla="*/ 4268832 w 12223426"/>
              <a:gd name="connsiteY86" fmla="*/ 2159502 h 6055360"/>
              <a:gd name="connsiteX87" fmla="*/ 4268832 w 12223426"/>
              <a:gd name="connsiteY87" fmla="*/ 2450126 h 6055360"/>
              <a:gd name="connsiteX88" fmla="*/ 3979203 w 12223426"/>
              <a:gd name="connsiteY88" fmla="*/ 2450126 h 6055360"/>
              <a:gd name="connsiteX89" fmla="*/ 3979203 w 12223426"/>
              <a:gd name="connsiteY89" fmla="*/ 2159502 h 6055360"/>
              <a:gd name="connsiteX90" fmla="*/ 3810004 w 12223426"/>
              <a:gd name="connsiteY90" fmla="*/ 2159502 h 6055360"/>
              <a:gd name="connsiteX91" fmla="*/ 3118372 w 12223426"/>
              <a:gd name="connsiteY91" fmla="*/ 2159502 h 6055360"/>
              <a:gd name="connsiteX92" fmla="*/ 3118372 w 12223426"/>
              <a:gd name="connsiteY92" fmla="*/ 2297847 h 6055360"/>
              <a:gd name="connsiteX93" fmla="*/ 3337335 w 12223426"/>
              <a:gd name="connsiteY93" fmla="*/ 2297847 h 6055360"/>
              <a:gd name="connsiteX94" fmla="*/ 3337335 w 12223426"/>
              <a:gd name="connsiteY94" fmla="*/ 2880090 h 6055360"/>
              <a:gd name="connsiteX95" fmla="*/ 3505539 w 12223426"/>
              <a:gd name="connsiteY95" fmla="*/ 2880090 h 6055360"/>
              <a:gd name="connsiteX96" fmla="*/ 3505539 w 12223426"/>
              <a:gd name="connsiteY96" fmla="*/ 2297847 h 6055360"/>
              <a:gd name="connsiteX97" fmla="*/ 3724503 w 12223426"/>
              <a:gd name="connsiteY97" fmla="*/ 2297847 h 6055360"/>
              <a:gd name="connsiteX98" fmla="*/ 3724503 w 12223426"/>
              <a:gd name="connsiteY98" fmla="*/ 2159502 h 6055360"/>
              <a:gd name="connsiteX99" fmla="*/ 3118372 w 12223426"/>
              <a:gd name="connsiteY99" fmla="*/ 2159502 h 6055360"/>
              <a:gd name="connsiteX100" fmla="*/ 7991526 w 12223426"/>
              <a:gd name="connsiteY100" fmla="*/ 2149549 h 6055360"/>
              <a:gd name="connsiteX101" fmla="*/ 7816503 w 12223426"/>
              <a:gd name="connsiteY101" fmla="*/ 2192678 h 6055360"/>
              <a:gd name="connsiteX102" fmla="*/ 7694782 w 12223426"/>
              <a:gd name="connsiteY102" fmla="*/ 2318084 h 6055360"/>
              <a:gd name="connsiteX103" fmla="*/ 7649146 w 12223426"/>
              <a:gd name="connsiteY103" fmla="*/ 2519796 h 6055360"/>
              <a:gd name="connsiteX104" fmla="*/ 7694782 w 12223426"/>
              <a:gd name="connsiteY104" fmla="*/ 2720844 h 6055360"/>
              <a:gd name="connsiteX105" fmla="*/ 7816503 w 12223426"/>
              <a:gd name="connsiteY105" fmla="*/ 2846582 h 6055360"/>
              <a:gd name="connsiteX106" fmla="*/ 7991526 w 12223426"/>
              <a:gd name="connsiteY106" fmla="*/ 2890043 h 6055360"/>
              <a:gd name="connsiteX107" fmla="*/ 8166217 w 12223426"/>
              <a:gd name="connsiteY107" fmla="*/ 2846803 h 6055360"/>
              <a:gd name="connsiteX108" fmla="*/ 8288269 w 12223426"/>
              <a:gd name="connsiteY108" fmla="*/ 2721286 h 6055360"/>
              <a:gd name="connsiteX109" fmla="*/ 8333905 w 12223426"/>
              <a:gd name="connsiteY109" fmla="*/ 2519796 h 6055360"/>
              <a:gd name="connsiteX110" fmla="*/ 8288269 w 12223426"/>
              <a:gd name="connsiteY110" fmla="*/ 2318084 h 6055360"/>
              <a:gd name="connsiteX111" fmla="*/ 8166217 w 12223426"/>
              <a:gd name="connsiteY111" fmla="*/ 2192678 h 6055360"/>
              <a:gd name="connsiteX112" fmla="*/ 7991526 w 12223426"/>
              <a:gd name="connsiteY112" fmla="*/ 2149549 h 6055360"/>
              <a:gd name="connsiteX113" fmla="*/ 0 w 12223426"/>
              <a:gd name="connsiteY113" fmla="*/ 0 h 6055360"/>
              <a:gd name="connsiteX114" fmla="*/ 12223426 w 12223426"/>
              <a:gd name="connsiteY114" fmla="*/ 0 h 6055360"/>
              <a:gd name="connsiteX115" fmla="*/ 12215791 w 12223426"/>
              <a:gd name="connsiteY115" fmla="*/ 6055360 h 6055360"/>
              <a:gd name="connsiteX116" fmla="*/ 0 w 12223426"/>
              <a:gd name="connsiteY116" fmla="*/ 6055360 h 6055360"/>
              <a:gd name="connsiteX117" fmla="*/ 0 w 12223426"/>
              <a:gd name="connsiteY117" fmla="*/ 0 h 605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223426" h="6055360">
                <a:moveTo>
                  <a:pt x="4863912" y="2337658"/>
                </a:moveTo>
                <a:lnTo>
                  <a:pt x="4869884" y="2337658"/>
                </a:lnTo>
                <a:lnTo>
                  <a:pt x="4951497" y="2596433"/>
                </a:lnTo>
                <a:lnTo>
                  <a:pt x="4782298" y="2596433"/>
                </a:lnTo>
                <a:lnTo>
                  <a:pt x="4863912" y="2337658"/>
                </a:lnTo>
                <a:close/>
                <a:moveTo>
                  <a:pt x="7991526" y="2298842"/>
                </a:moveTo>
                <a:cubicBezTo>
                  <a:pt x="8044763" y="2298873"/>
                  <a:pt x="8086213" y="2317721"/>
                  <a:pt x="8115874" y="2355387"/>
                </a:cubicBezTo>
                <a:cubicBezTo>
                  <a:pt x="8145536" y="2393052"/>
                  <a:pt x="8160486" y="2447855"/>
                  <a:pt x="8160725" y="2519796"/>
                </a:cubicBezTo>
                <a:cubicBezTo>
                  <a:pt x="8160486" y="2591705"/>
                  <a:pt x="8145536" y="2646446"/>
                  <a:pt x="8115874" y="2684018"/>
                </a:cubicBezTo>
                <a:cubicBezTo>
                  <a:pt x="8086213" y="2721591"/>
                  <a:pt x="8044763" y="2740501"/>
                  <a:pt x="7991526" y="2740750"/>
                </a:cubicBezTo>
                <a:cubicBezTo>
                  <a:pt x="7938537" y="2740501"/>
                  <a:pt x="7897212" y="2721591"/>
                  <a:pt x="7867550" y="2684018"/>
                </a:cubicBezTo>
                <a:cubicBezTo>
                  <a:pt x="7837888" y="2646446"/>
                  <a:pt x="7822814" y="2591705"/>
                  <a:pt x="7822326" y="2519796"/>
                </a:cubicBezTo>
                <a:cubicBezTo>
                  <a:pt x="7822814" y="2447855"/>
                  <a:pt x="7837888" y="2393052"/>
                  <a:pt x="7867550" y="2355387"/>
                </a:cubicBezTo>
                <a:cubicBezTo>
                  <a:pt x="7897212" y="2317721"/>
                  <a:pt x="7938537" y="2298873"/>
                  <a:pt x="7991526" y="2298842"/>
                </a:cubicBezTo>
                <a:close/>
                <a:moveTo>
                  <a:pt x="8439154" y="2159502"/>
                </a:moveTo>
                <a:lnTo>
                  <a:pt x="8439154" y="2624301"/>
                </a:lnTo>
                <a:cubicBezTo>
                  <a:pt x="8439520" y="2678332"/>
                  <a:pt x="8452224" y="2725148"/>
                  <a:pt x="8477270" y="2764747"/>
                </a:cubicBezTo>
                <a:cubicBezTo>
                  <a:pt x="8502314" y="2804347"/>
                  <a:pt x="8537506" y="2835017"/>
                  <a:pt x="8582844" y="2856756"/>
                </a:cubicBezTo>
                <a:cubicBezTo>
                  <a:pt x="8628182" y="2878496"/>
                  <a:pt x="8681473" y="2889591"/>
                  <a:pt x="8742716" y="2890043"/>
                </a:cubicBezTo>
                <a:cubicBezTo>
                  <a:pt x="8803491" y="2889591"/>
                  <a:pt x="8856560" y="2878496"/>
                  <a:pt x="8901926" y="2856756"/>
                </a:cubicBezTo>
                <a:cubicBezTo>
                  <a:pt x="8947292" y="2835017"/>
                  <a:pt x="8982594" y="2804347"/>
                  <a:pt x="9007832" y="2764747"/>
                </a:cubicBezTo>
                <a:cubicBezTo>
                  <a:pt x="9033070" y="2725148"/>
                  <a:pt x="9045886" y="2678332"/>
                  <a:pt x="9046280" y="2624301"/>
                </a:cubicBezTo>
                <a:lnTo>
                  <a:pt x="9046280" y="2159502"/>
                </a:lnTo>
                <a:lnTo>
                  <a:pt x="8876086" y="2159502"/>
                </a:lnTo>
                <a:lnTo>
                  <a:pt x="8876086" y="2610367"/>
                </a:lnTo>
                <a:cubicBezTo>
                  <a:pt x="8875722" y="2649152"/>
                  <a:pt x="8863510" y="2680566"/>
                  <a:pt x="8839446" y="2704608"/>
                </a:cubicBezTo>
                <a:cubicBezTo>
                  <a:pt x="8815383" y="2728651"/>
                  <a:pt x="8783140" y="2741030"/>
                  <a:pt x="8742716" y="2741745"/>
                </a:cubicBezTo>
                <a:cubicBezTo>
                  <a:pt x="8702066" y="2741030"/>
                  <a:pt x="8669656" y="2728651"/>
                  <a:pt x="8645490" y="2704608"/>
                </a:cubicBezTo>
                <a:cubicBezTo>
                  <a:pt x="8621323" y="2680566"/>
                  <a:pt x="8608944" y="2649152"/>
                  <a:pt x="8608353" y="2610367"/>
                </a:cubicBezTo>
                <a:lnTo>
                  <a:pt x="8608353" y="2159502"/>
                </a:lnTo>
                <a:lnTo>
                  <a:pt x="8439154" y="2159502"/>
                </a:lnTo>
                <a:close/>
                <a:moveTo>
                  <a:pt x="6886858" y="2159502"/>
                </a:moveTo>
                <a:lnTo>
                  <a:pt x="7150609" y="2636245"/>
                </a:lnTo>
                <a:lnTo>
                  <a:pt x="7150609" y="2880090"/>
                </a:lnTo>
                <a:lnTo>
                  <a:pt x="7319808" y="2880090"/>
                </a:lnTo>
                <a:lnTo>
                  <a:pt x="7319808" y="2636245"/>
                </a:lnTo>
                <a:lnTo>
                  <a:pt x="7582565" y="2159502"/>
                </a:lnTo>
                <a:lnTo>
                  <a:pt x="7393460" y="2159502"/>
                </a:lnTo>
                <a:lnTo>
                  <a:pt x="7238195" y="2462069"/>
                </a:lnTo>
                <a:lnTo>
                  <a:pt x="7232223" y="2462069"/>
                </a:lnTo>
                <a:lnTo>
                  <a:pt x="7076958" y="2159502"/>
                </a:lnTo>
                <a:lnTo>
                  <a:pt x="6886858" y="2159502"/>
                </a:lnTo>
                <a:close/>
                <a:moveTo>
                  <a:pt x="6019804" y="2159502"/>
                </a:moveTo>
                <a:lnTo>
                  <a:pt x="6019804" y="2880090"/>
                </a:lnTo>
                <a:lnTo>
                  <a:pt x="6189003" y="2880090"/>
                </a:lnTo>
                <a:lnTo>
                  <a:pt x="6189003" y="2683023"/>
                </a:lnTo>
                <a:lnTo>
                  <a:pt x="6260664" y="2594443"/>
                </a:lnTo>
                <a:lnTo>
                  <a:pt x="6442801" y="2880090"/>
                </a:lnTo>
                <a:lnTo>
                  <a:pt x="6645840" y="2880090"/>
                </a:lnTo>
                <a:lnTo>
                  <a:pt x="6384079" y="2480980"/>
                </a:lnTo>
                <a:lnTo>
                  <a:pt x="6641859" y="2159502"/>
                </a:lnTo>
                <a:lnTo>
                  <a:pt x="6440811" y="2159502"/>
                </a:lnTo>
                <a:lnTo>
                  <a:pt x="6198956" y="2467046"/>
                </a:lnTo>
                <a:lnTo>
                  <a:pt x="6189003" y="2467046"/>
                </a:lnTo>
                <a:lnTo>
                  <a:pt x="6189003" y="2159502"/>
                </a:lnTo>
                <a:lnTo>
                  <a:pt x="6019804" y="2159502"/>
                </a:lnTo>
                <a:close/>
                <a:moveTo>
                  <a:pt x="5295904" y="2159502"/>
                </a:moveTo>
                <a:lnTo>
                  <a:pt x="5295904" y="2880090"/>
                </a:lnTo>
                <a:lnTo>
                  <a:pt x="5465103" y="2880090"/>
                </a:lnTo>
                <a:lnTo>
                  <a:pt x="5465103" y="2457093"/>
                </a:lnTo>
                <a:lnTo>
                  <a:pt x="5470079" y="2457093"/>
                </a:lnTo>
                <a:lnTo>
                  <a:pt x="5762694" y="2880090"/>
                </a:lnTo>
                <a:lnTo>
                  <a:pt x="5907012" y="2880090"/>
                </a:lnTo>
                <a:lnTo>
                  <a:pt x="5907012" y="2159502"/>
                </a:lnTo>
                <a:lnTo>
                  <a:pt x="5737812" y="2159502"/>
                </a:lnTo>
                <a:lnTo>
                  <a:pt x="5737812" y="2582499"/>
                </a:lnTo>
                <a:lnTo>
                  <a:pt x="5731840" y="2582499"/>
                </a:lnTo>
                <a:lnTo>
                  <a:pt x="5442211" y="2159502"/>
                </a:lnTo>
                <a:lnTo>
                  <a:pt x="5295904" y="2159502"/>
                </a:lnTo>
                <a:close/>
                <a:moveTo>
                  <a:pt x="4754430" y="2159502"/>
                </a:moveTo>
                <a:lnTo>
                  <a:pt x="4509589" y="2880090"/>
                </a:lnTo>
                <a:lnTo>
                  <a:pt x="4692722" y="2880090"/>
                </a:lnTo>
                <a:lnTo>
                  <a:pt x="4741492" y="2725821"/>
                </a:lnTo>
                <a:lnTo>
                  <a:pt x="4992304" y="2725821"/>
                </a:lnTo>
                <a:lnTo>
                  <a:pt x="5041073" y="2880090"/>
                </a:lnTo>
                <a:lnTo>
                  <a:pt x="5223211" y="2880090"/>
                </a:lnTo>
                <a:lnTo>
                  <a:pt x="4979365" y="2159502"/>
                </a:lnTo>
                <a:lnTo>
                  <a:pt x="4754430" y="2159502"/>
                </a:lnTo>
                <a:close/>
                <a:moveTo>
                  <a:pt x="3810004" y="2159502"/>
                </a:moveTo>
                <a:lnTo>
                  <a:pt x="3810004" y="2880090"/>
                </a:lnTo>
                <a:lnTo>
                  <a:pt x="3979203" y="2880090"/>
                </a:lnTo>
                <a:lnTo>
                  <a:pt x="3979203" y="2588471"/>
                </a:lnTo>
                <a:lnTo>
                  <a:pt x="4268832" y="2588471"/>
                </a:lnTo>
                <a:lnTo>
                  <a:pt x="4268832" y="2880090"/>
                </a:lnTo>
                <a:lnTo>
                  <a:pt x="4438031" y="2880090"/>
                </a:lnTo>
                <a:lnTo>
                  <a:pt x="4438031" y="2159502"/>
                </a:lnTo>
                <a:lnTo>
                  <a:pt x="4268832" y="2159502"/>
                </a:lnTo>
                <a:lnTo>
                  <a:pt x="4268832" y="2450126"/>
                </a:lnTo>
                <a:lnTo>
                  <a:pt x="3979203" y="2450126"/>
                </a:lnTo>
                <a:lnTo>
                  <a:pt x="3979203" y="2159502"/>
                </a:lnTo>
                <a:lnTo>
                  <a:pt x="3810004" y="2159502"/>
                </a:lnTo>
                <a:close/>
                <a:moveTo>
                  <a:pt x="3118372" y="2159502"/>
                </a:moveTo>
                <a:lnTo>
                  <a:pt x="3118372" y="2297847"/>
                </a:lnTo>
                <a:lnTo>
                  <a:pt x="3337335" y="2297847"/>
                </a:lnTo>
                <a:lnTo>
                  <a:pt x="3337335" y="2880090"/>
                </a:lnTo>
                <a:lnTo>
                  <a:pt x="3505539" y="2880090"/>
                </a:lnTo>
                <a:lnTo>
                  <a:pt x="3505539" y="2297847"/>
                </a:lnTo>
                <a:lnTo>
                  <a:pt x="3724503" y="2297847"/>
                </a:lnTo>
                <a:lnTo>
                  <a:pt x="3724503" y="2159502"/>
                </a:lnTo>
                <a:lnTo>
                  <a:pt x="3118372" y="2159502"/>
                </a:lnTo>
                <a:close/>
                <a:moveTo>
                  <a:pt x="7991526" y="2149549"/>
                </a:moveTo>
                <a:cubicBezTo>
                  <a:pt x="7926199" y="2149715"/>
                  <a:pt x="7867858" y="2164091"/>
                  <a:pt x="7816503" y="2192678"/>
                </a:cubicBezTo>
                <a:cubicBezTo>
                  <a:pt x="7765147" y="2221265"/>
                  <a:pt x="7724573" y="2263067"/>
                  <a:pt x="7694782" y="2318084"/>
                </a:cubicBezTo>
                <a:cubicBezTo>
                  <a:pt x="7664991" y="2373101"/>
                  <a:pt x="7649779" y="2440339"/>
                  <a:pt x="7649146" y="2519796"/>
                </a:cubicBezTo>
                <a:cubicBezTo>
                  <a:pt x="7649779" y="2598783"/>
                  <a:pt x="7664991" y="2665799"/>
                  <a:pt x="7694782" y="2720844"/>
                </a:cubicBezTo>
                <a:cubicBezTo>
                  <a:pt x="7724573" y="2775889"/>
                  <a:pt x="7765146" y="2817802"/>
                  <a:pt x="7816503" y="2846582"/>
                </a:cubicBezTo>
                <a:cubicBezTo>
                  <a:pt x="7867858" y="2875363"/>
                  <a:pt x="7926199" y="2889850"/>
                  <a:pt x="7991526" y="2890043"/>
                </a:cubicBezTo>
                <a:cubicBezTo>
                  <a:pt x="8056548" y="2889868"/>
                  <a:pt x="8114779" y="2875455"/>
                  <a:pt x="8166217" y="2846803"/>
                </a:cubicBezTo>
                <a:cubicBezTo>
                  <a:pt x="8217655" y="2818152"/>
                  <a:pt x="8258340" y="2776313"/>
                  <a:pt x="8288269" y="2721286"/>
                </a:cubicBezTo>
                <a:cubicBezTo>
                  <a:pt x="8318198" y="2666260"/>
                  <a:pt x="8333411" y="2599097"/>
                  <a:pt x="8333905" y="2519796"/>
                </a:cubicBezTo>
                <a:cubicBezTo>
                  <a:pt x="8333411" y="2440339"/>
                  <a:pt x="8318198" y="2373101"/>
                  <a:pt x="8288269" y="2318084"/>
                </a:cubicBezTo>
                <a:cubicBezTo>
                  <a:pt x="8258340" y="2263067"/>
                  <a:pt x="8217655" y="2221265"/>
                  <a:pt x="8166217" y="2192678"/>
                </a:cubicBezTo>
                <a:cubicBezTo>
                  <a:pt x="8114779" y="2164091"/>
                  <a:pt x="8056548" y="2149715"/>
                  <a:pt x="7991526" y="2149549"/>
                </a:cubicBezTo>
                <a:close/>
                <a:moveTo>
                  <a:pt x="0" y="0"/>
                </a:moveTo>
                <a:lnTo>
                  <a:pt x="12223426" y="0"/>
                </a:lnTo>
                <a:lnTo>
                  <a:pt x="12215791" y="6055360"/>
                </a:lnTo>
                <a:lnTo>
                  <a:pt x="0" y="6055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ko-KR" altLang="en-US" sz="1200">
              <a:latin typeface="3ds Condensed" panose="02000503020000020004" pitchFamily="50" charset="0"/>
              <a:ea typeface="휴먼모음T" panose="02030504000101010101" pitchFamily="18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27E5A56-141B-31B6-3DA0-07BC156E8F14}"/>
              </a:ext>
            </a:extLst>
          </p:cNvPr>
          <p:cNvSpPr/>
          <p:nvPr userDrawn="1"/>
        </p:nvSpPr>
        <p:spPr>
          <a:xfrm>
            <a:off x="0" y="6057900"/>
            <a:ext cx="12191999" cy="800100"/>
          </a:xfrm>
          <a:prstGeom prst="rect">
            <a:avLst/>
          </a:prstGeom>
          <a:solidFill>
            <a:srgbClr val="044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A9296742-2014-3424-62AE-F665E64ED574}"/>
              </a:ext>
            </a:extLst>
          </p:cNvPr>
          <p:cNvSpPr txBox="1"/>
          <p:nvPr userDrawn="1"/>
        </p:nvSpPr>
        <p:spPr>
          <a:xfrm>
            <a:off x="236626" y="6138446"/>
            <a:ext cx="4025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Adress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4B95EDF5-EC10-C2C7-F58F-B224A82186F8}"/>
              </a:ext>
            </a:extLst>
          </p:cNvPr>
          <p:cNvSpPr txBox="1"/>
          <p:nvPr userDrawn="1"/>
        </p:nvSpPr>
        <p:spPr>
          <a:xfrm>
            <a:off x="236626" y="6525796"/>
            <a:ext cx="4025900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서울시 영등포구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선유로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114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양평자이비즈타워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907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784711D-1E76-927F-A5CC-674B53082DEE}"/>
              </a:ext>
            </a:extLst>
          </p:cNvPr>
          <p:cNvCxnSpPr/>
          <p:nvPr userDrawn="1"/>
        </p:nvCxnSpPr>
        <p:spPr>
          <a:xfrm>
            <a:off x="3852941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76D6C5B5-67B9-A1EC-0934-261AFCA01FFA}"/>
              </a:ext>
            </a:extLst>
          </p:cNvPr>
          <p:cNvSpPr txBox="1"/>
          <p:nvPr userDrawn="1"/>
        </p:nvSpPr>
        <p:spPr>
          <a:xfrm>
            <a:off x="3977058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Tel/Fax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14981E-C1FB-6B31-2E72-77E585B88D26}"/>
              </a:ext>
            </a:extLst>
          </p:cNvPr>
          <p:cNvSpPr txBox="1"/>
          <p:nvPr userDrawn="1"/>
        </p:nvSpPr>
        <p:spPr>
          <a:xfrm>
            <a:off x="3977058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02-2088-2959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E64115-D288-1537-34EC-4C88FA87ED79}"/>
              </a:ext>
            </a:extLst>
          </p:cNvPr>
          <p:cNvCxnSpPr/>
          <p:nvPr userDrawn="1"/>
        </p:nvCxnSpPr>
        <p:spPr>
          <a:xfrm>
            <a:off x="6310137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2">
            <a:extLst>
              <a:ext uri="{FF2B5EF4-FFF2-40B4-BE49-F238E27FC236}">
                <a16:creationId xmlns:a16="http://schemas.microsoft.com/office/drawing/2014/main" id="{C79511D7-3379-EAAA-1E18-63CC7C877C74}"/>
              </a:ext>
            </a:extLst>
          </p:cNvPr>
          <p:cNvSpPr txBox="1"/>
          <p:nvPr userDrawn="1"/>
        </p:nvSpPr>
        <p:spPr>
          <a:xfrm>
            <a:off x="6396483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Email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2D12C24A-14BC-FAB6-FF77-0FBE3E8AF200}"/>
              </a:ext>
            </a:extLst>
          </p:cNvPr>
          <p:cNvSpPr txBox="1"/>
          <p:nvPr userDrawn="1"/>
        </p:nvSpPr>
        <p:spPr>
          <a:xfrm>
            <a:off x="6396483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admin@dxel.co.kr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A23FA22-1A69-7A19-E288-8D98CBD4686F}"/>
              </a:ext>
            </a:extLst>
          </p:cNvPr>
          <p:cNvCxnSpPr/>
          <p:nvPr userDrawn="1"/>
        </p:nvCxnSpPr>
        <p:spPr>
          <a:xfrm>
            <a:off x="9109028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2">
            <a:extLst>
              <a:ext uri="{FF2B5EF4-FFF2-40B4-BE49-F238E27FC236}">
                <a16:creationId xmlns:a16="http://schemas.microsoft.com/office/drawing/2014/main" id="{37E1BF89-C7A4-C036-6D08-BD01BDADE45F}"/>
              </a:ext>
            </a:extLst>
          </p:cNvPr>
          <p:cNvSpPr txBox="1"/>
          <p:nvPr userDrawn="1"/>
        </p:nvSpPr>
        <p:spPr>
          <a:xfrm>
            <a:off x="9195374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Home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Page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E5A56B74-D4DC-C4A2-DCCE-6159C79110AB}"/>
              </a:ext>
            </a:extLst>
          </p:cNvPr>
          <p:cNvSpPr txBox="1"/>
          <p:nvPr userDrawn="1"/>
        </p:nvSpPr>
        <p:spPr>
          <a:xfrm>
            <a:off x="9195374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www.dxel.co.kr</a:t>
            </a:r>
          </a:p>
        </p:txBody>
      </p:sp>
    </p:spTree>
    <p:extLst>
      <p:ext uri="{BB962C8B-B14F-4D97-AF65-F5344CB8AC3E}">
        <p14:creationId xmlns:p14="http://schemas.microsoft.com/office/powerpoint/2010/main" val="2525161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1574800"/>
            <a:ext cx="822960" cy="3657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801"/>
              </a:spcBef>
            </a:pPr>
            <a:endParaRPr lang="ko-KR" altLang="en-US" sz="16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29419-389C-05EF-A606-B0A3B838460A}"/>
              </a:ext>
            </a:extLst>
          </p:cNvPr>
          <p:cNvSpPr txBox="1"/>
          <p:nvPr userDrawn="1"/>
        </p:nvSpPr>
        <p:spPr>
          <a:xfrm>
            <a:off x="4080626" y="2031827"/>
            <a:ext cx="4030748" cy="73263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4051" b="1" kern="0">
                <a:solidFill>
                  <a:srgbClr val="17579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THANK YOU.</a:t>
            </a:r>
          </a:p>
        </p:txBody>
      </p:sp>
      <p:sp>
        <p:nvSpPr>
          <p:cNvPr id="14" name="Freeform: Shape 22">
            <a:extLst>
              <a:ext uri="{FF2B5EF4-FFF2-40B4-BE49-F238E27FC236}">
                <a16:creationId xmlns:a16="http://schemas.microsoft.com/office/drawing/2014/main" id="{FDBE1D06-C395-24AE-4920-3DD2AD828565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7716482" y="2"/>
            <a:ext cx="4475521" cy="4450300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sp>
        <p:nvSpPr>
          <p:cNvPr id="15" name="Freeform: Shape 22">
            <a:extLst>
              <a:ext uri="{FF2B5EF4-FFF2-40B4-BE49-F238E27FC236}">
                <a16:creationId xmlns:a16="http://schemas.microsoft.com/office/drawing/2014/main" id="{F7D5DFA0-E984-BF3C-4098-9F9D1B08B5DF}"/>
              </a:ext>
            </a:extLst>
          </p:cNvPr>
          <p:cNvSpPr>
            <a:spLocks/>
          </p:cNvSpPr>
          <p:nvPr userDrawn="1"/>
        </p:nvSpPr>
        <p:spPr bwMode="auto">
          <a:xfrm>
            <a:off x="-11616" y="1726991"/>
            <a:ext cx="4375116" cy="4350461"/>
          </a:xfrm>
          <a:custGeom>
            <a:avLst/>
            <a:gdLst>
              <a:gd name="connsiteX0" fmla="*/ 4757495 w 5851025"/>
              <a:gd name="connsiteY0" fmla="*/ 0 h 5819568"/>
              <a:gd name="connsiteX1" fmla="*/ 5529880 w 5851025"/>
              <a:gd name="connsiteY1" fmla="*/ 316157 h 5819568"/>
              <a:gd name="connsiteX2" fmla="*/ 5529880 w 5851025"/>
              <a:gd name="connsiteY2" fmla="*/ 1853896 h 5819568"/>
              <a:gd name="connsiteX3" fmla="*/ 5529675 w 5851025"/>
              <a:gd name="connsiteY3" fmla="*/ 1854082 h 5819568"/>
              <a:gd name="connsiteX4" fmla="*/ 5529737 w 5851025"/>
              <a:gd name="connsiteY4" fmla="*/ 1854144 h 5819568"/>
              <a:gd name="connsiteX5" fmla="*/ 1564312 w 5851025"/>
              <a:gd name="connsiteY5" fmla="*/ 5819568 h 5819568"/>
              <a:gd name="connsiteX6" fmla="*/ 0 w 5851025"/>
              <a:gd name="connsiteY6" fmla="*/ 5819568 h 5819568"/>
              <a:gd name="connsiteX7" fmla="*/ 0 w 5851025"/>
              <a:gd name="connsiteY7" fmla="*/ 4299415 h 5819568"/>
              <a:gd name="connsiteX8" fmla="*/ 3986608 w 5851025"/>
              <a:gd name="connsiteY8" fmla="*/ 319427 h 5819568"/>
              <a:gd name="connsiteX9" fmla="*/ 3989570 w 5851025"/>
              <a:gd name="connsiteY9" fmla="*/ 316157 h 5819568"/>
              <a:gd name="connsiteX10" fmla="*/ 4757495 w 5851025"/>
              <a:gd name="connsiteY10" fmla="*/ 0 h 581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1025" h="5819568">
                <a:moveTo>
                  <a:pt x="4757495" y="0"/>
                </a:moveTo>
                <a:cubicBezTo>
                  <a:pt x="5036267" y="0"/>
                  <a:pt x="5315783" y="105385"/>
                  <a:pt x="5529880" y="316157"/>
                </a:cubicBezTo>
                <a:cubicBezTo>
                  <a:pt x="5958074" y="743636"/>
                  <a:pt x="5958074" y="1432354"/>
                  <a:pt x="5529880" y="1853896"/>
                </a:cubicBezTo>
                <a:lnTo>
                  <a:pt x="5529675" y="1854082"/>
                </a:lnTo>
                <a:lnTo>
                  <a:pt x="5529737" y="1854144"/>
                </a:lnTo>
                <a:lnTo>
                  <a:pt x="1564312" y="5819568"/>
                </a:lnTo>
                <a:lnTo>
                  <a:pt x="0" y="5819568"/>
                </a:lnTo>
                <a:lnTo>
                  <a:pt x="0" y="4299415"/>
                </a:lnTo>
                <a:lnTo>
                  <a:pt x="3986608" y="319427"/>
                </a:lnTo>
                <a:lnTo>
                  <a:pt x="3989570" y="316157"/>
                </a:lnTo>
                <a:cubicBezTo>
                  <a:pt x="4200694" y="105385"/>
                  <a:pt x="4478723" y="0"/>
                  <a:pt x="4757495" y="0"/>
                </a:cubicBezTo>
                <a:close/>
              </a:path>
            </a:pathLst>
          </a:custGeom>
          <a:solidFill>
            <a:srgbClr val="175791">
              <a:alpha val="12000"/>
            </a:srgbClr>
          </a:solidFill>
          <a:ln w="9525">
            <a:noFill/>
            <a:round/>
            <a:headEnd/>
            <a:tailEnd/>
          </a:ln>
        </p:spPr>
        <p:txBody>
          <a:bodyPr vert="horz" wrap="square" lIns="121920" tIns="60961" rIns="121920" bIns="60961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 sz="240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13B6FB-C678-28F6-6EF2-BA615FBD73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691523" y="3591817"/>
            <a:ext cx="3874663" cy="1149524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1F27D79-6D50-4967-A3AD-C2F30E6FB479}"/>
              </a:ext>
            </a:extLst>
          </p:cNvPr>
          <p:cNvSpPr/>
          <p:nvPr userDrawn="1"/>
        </p:nvSpPr>
        <p:spPr>
          <a:xfrm>
            <a:off x="0" y="6057900"/>
            <a:ext cx="12191999" cy="800100"/>
          </a:xfrm>
          <a:prstGeom prst="rect">
            <a:avLst/>
          </a:prstGeom>
          <a:solidFill>
            <a:srgbClr val="175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519211E9-862D-E324-45E3-E00F0FD4EBF6}"/>
              </a:ext>
            </a:extLst>
          </p:cNvPr>
          <p:cNvSpPr txBox="1"/>
          <p:nvPr userDrawn="1"/>
        </p:nvSpPr>
        <p:spPr>
          <a:xfrm>
            <a:off x="236626" y="6138446"/>
            <a:ext cx="4025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Adress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0B747938-3D50-FD0C-92F9-4382098D2AE5}"/>
              </a:ext>
            </a:extLst>
          </p:cNvPr>
          <p:cNvSpPr txBox="1"/>
          <p:nvPr userDrawn="1"/>
        </p:nvSpPr>
        <p:spPr>
          <a:xfrm>
            <a:off x="236626" y="6525796"/>
            <a:ext cx="4025900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서울시 영등포구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선유로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114 </a:t>
            </a:r>
            <a:r>
              <a:rPr lang="ko-KR" altLang="en-US" sz="1200" u="none" strike="noStrike" err="1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양평자이비즈타워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907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D13603-ED63-E450-1BB0-15C8714A1D03}"/>
              </a:ext>
            </a:extLst>
          </p:cNvPr>
          <p:cNvCxnSpPr/>
          <p:nvPr userDrawn="1"/>
        </p:nvCxnSpPr>
        <p:spPr>
          <a:xfrm>
            <a:off x="3852941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2">
            <a:extLst>
              <a:ext uri="{FF2B5EF4-FFF2-40B4-BE49-F238E27FC236}">
                <a16:creationId xmlns:a16="http://schemas.microsoft.com/office/drawing/2014/main" id="{9E24BF7D-1EA7-A1A8-F866-30930C22DE79}"/>
              </a:ext>
            </a:extLst>
          </p:cNvPr>
          <p:cNvSpPr txBox="1"/>
          <p:nvPr userDrawn="1"/>
        </p:nvSpPr>
        <p:spPr>
          <a:xfrm>
            <a:off x="3977058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Tel/Fax 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0B24E73F-2F86-ED85-A72E-FFFFF1DB0CD1}"/>
              </a:ext>
            </a:extLst>
          </p:cNvPr>
          <p:cNvSpPr txBox="1"/>
          <p:nvPr userDrawn="1"/>
        </p:nvSpPr>
        <p:spPr>
          <a:xfrm>
            <a:off x="3977058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02-2088-2959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45B82A-80FA-5B89-E466-E05919A37C4F}"/>
              </a:ext>
            </a:extLst>
          </p:cNvPr>
          <p:cNvCxnSpPr/>
          <p:nvPr userDrawn="1"/>
        </p:nvCxnSpPr>
        <p:spPr>
          <a:xfrm>
            <a:off x="6310137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2">
            <a:extLst>
              <a:ext uri="{FF2B5EF4-FFF2-40B4-BE49-F238E27FC236}">
                <a16:creationId xmlns:a16="http://schemas.microsoft.com/office/drawing/2014/main" id="{AA5EE220-A261-C253-5F41-674A5FC0157C}"/>
              </a:ext>
            </a:extLst>
          </p:cNvPr>
          <p:cNvSpPr txBox="1"/>
          <p:nvPr userDrawn="1"/>
        </p:nvSpPr>
        <p:spPr>
          <a:xfrm>
            <a:off x="6396483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Email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560B7D68-9657-E4E6-78B7-FC4DE7CC257E}"/>
              </a:ext>
            </a:extLst>
          </p:cNvPr>
          <p:cNvSpPr txBox="1"/>
          <p:nvPr userDrawn="1"/>
        </p:nvSpPr>
        <p:spPr>
          <a:xfrm>
            <a:off x="6396483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admin@dxel.co.kr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D00A43-6094-3E83-E346-79F58ECDA3CC}"/>
              </a:ext>
            </a:extLst>
          </p:cNvPr>
          <p:cNvCxnSpPr/>
          <p:nvPr userDrawn="1"/>
        </p:nvCxnSpPr>
        <p:spPr>
          <a:xfrm>
            <a:off x="9109028" y="6179888"/>
            <a:ext cx="0" cy="577515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2">
            <a:extLst>
              <a:ext uri="{FF2B5EF4-FFF2-40B4-BE49-F238E27FC236}">
                <a16:creationId xmlns:a16="http://schemas.microsoft.com/office/drawing/2014/main" id="{3978E259-E09E-0BBA-07EA-0BD924AFCFF4}"/>
              </a:ext>
            </a:extLst>
          </p:cNvPr>
          <p:cNvSpPr txBox="1"/>
          <p:nvPr userDrawn="1"/>
        </p:nvSpPr>
        <p:spPr>
          <a:xfrm>
            <a:off x="9195374" y="6138446"/>
            <a:ext cx="2885237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Home</a:t>
            </a:r>
            <a:r>
              <a:rPr lang="ko-KR" altLang="en-US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 xml:space="preserve"> </a:t>
            </a: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Page</a:t>
            </a:r>
            <a:endParaRPr lang="en-US" sz="1200" u="none" strike="noStrike"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1956E6E7-4702-69B2-6562-F4AB0A0E665C}"/>
              </a:ext>
            </a:extLst>
          </p:cNvPr>
          <p:cNvSpPr txBox="1"/>
          <p:nvPr userDrawn="1"/>
        </p:nvSpPr>
        <p:spPr>
          <a:xfrm>
            <a:off x="9195374" y="6525796"/>
            <a:ext cx="2885237" cy="2720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" u="none" strike="noStrike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www.dxel.co.kr</a:t>
            </a:r>
          </a:p>
        </p:txBody>
      </p:sp>
    </p:spTree>
    <p:extLst>
      <p:ext uri="{BB962C8B-B14F-4D97-AF65-F5344CB8AC3E}">
        <p14:creationId xmlns:p14="http://schemas.microsoft.com/office/powerpoint/2010/main" val="1893782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8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/>
  <p:txStyles>
    <p:titleStyle>
      <a:lvl1pPr algn="l" defTabSz="1219184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8" indent="-304798" algn="l" defTabSz="1219184" rtl="0" eaLnBrk="1" latinLnBrk="1" hangingPunct="1">
        <a:lnSpc>
          <a:spcPct val="90000"/>
        </a:lnSpc>
        <a:spcBef>
          <a:spcPts val="1335"/>
        </a:spcBef>
        <a:buFont typeface="3ds Condensed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89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82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75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4pPr>
      <a:lvl5pPr marL="2743167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5pPr>
      <a:lvl6pPr marL="3352759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352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7pPr>
      <a:lvl8pPr marL="4571944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8pPr>
      <a:lvl9pPr marL="5181536" indent="-304798" algn="l" defTabSz="1219184" rtl="0" eaLnBrk="1" latinLnBrk="1" hangingPunct="1">
        <a:lnSpc>
          <a:spcPct val="90000"/>
        </a:lnSpc>
        <a:spcBef>
          <a:spcPts val="667"/>
        </a:spcBef>
        <a:buFont typeface="3ds Condensed" panose="020B0604020202020204" pitchFamily="34" charset="0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609593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2pPr>
      <a:lvl3pPr marL="1219184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3pPr>
      <a:lvl4pPr marL="1828777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4pPr>
      <a:lvl5pPr marL="2438370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5pPr>
      <a:lvl6pPr marL="3047962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6pPr>
      <a:lvl7pPr marL="3657554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7pPr>
      <a:lvl8pPr marL="4267147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8pPr>
      <a:lvl9pPr marL="4876739" algn="l" defTabSz="1219184" rtl="0" eaLnBrk="1" latinLnBrk="1" hangingPunct="1">
        <a:defRPr sz="24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BBEAD-13B5-2D2C-7BE3-AB3B8DBE5FD8}"/>
              </a:ext>
            </a:extLst>
          </p:cNvPr>
          <p:cNvSpPr txBox="1"/>
          <p:nvPr/>
        </p:nvSpPr>
        <p:spPr>
          <a:xfrm>
            <a:off x="563934" y="653474"/>
            <a:ext cx="47852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DXel</a:t>
            </a:r>
            <a:r>
              <a:rPr lang="ko-KR" altLang="en-US" sz="4000" b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 xml:space="preserve"> 주간 업무 보고서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ADDA9A-2589-DEC7-F050-BFC24F63A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529133"/>
              </p:ext>
            </p:extLst>
          </p:nvPr>
        </p:nvGraphicFramePr>
        <p:xfrm>
          <a:off x="5389420" y="5105400"/>
          <a:ext cx="6271492" cy="1064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6544">
                  <a:extLst>
                    <a:ext uri="{9D8B030D-6E8A-4147-A177-3AD203B41FA5}">
                      <a16:colId xmlns:a16="http://schemas.microsoft.com/office/drawing/2014/main" val="920059606"/>
                    </a:ext>
                  </a:extLst>
                </a:gridCol>
                <a:gridCol w="4354948">
                  <a:extLst>
                    <a:ext uri="{9D8B030D-6E8A-4147-A177-3AD203B41FA5}">
                      <a16:colId xmlns:a16="http://schemas.microsoft.com/office/drawing/2014/main" val="3314683994"/>
                    </a:ext>
                  </a:extLst>
                </a:gridCol>
              </a:tblGrid>
              <a:tr h="4044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보고일자</a:t>
                      </a:r>
                      <a:endParaRPr lang="ko-KR" altLang="en-US" b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lang="en-US" altLang="ko-KR" b="0"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2026.09.14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05067"/>
                  </a:ext>
                </a:extLst>
              </a:tr>
              <a:tr h="6074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센터장</a:t>
                      </a:r>
                      <a:endParaRPr lang="en-US" altLang="ko-KR" b="0">
                        <a:solidFill>
                          <a:schemeClr val="tx1">
                            <a:lumMod val="7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김래현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44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46E9705-4C0A-DDF3-6154-A56907063C22}"/>
              </a:ext>
            </a:extLst>
          </p:cNvPr>
          <p:cNvSpPr txBox="1"/>
          <p:nvPr/>
        </p:nvSpPr>
        <p:spPr>
          <a:xfrm>
            <a:off x="3065093" y="3105788"/>
            <a:ext cx="6129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320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 xml:space="preserve">Center : </a:t>
            </a:r>
            <a:r>
              <a:rPr lang="ko-KR" altLang="en-US" sz="320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경영지원센터</a:t>
            </a:r>
          </a:p>
        </p:txBody>
      </p:sp>
    </p:spTree>
    <p:extLst>
      <p:ext uri="{BB962C8B-B14F-4D97-AF65-F5344CB8AC3E}">
        <p14:creationId xmlns:p14="http://schemas.microsoft.com/office/powerpoint/2010/main" val="357490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876C-C8F6-8C2B-87D0-C3F4273E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4DB188E-19E0-F309-718C-A0ABD07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공지사항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69485-C366-118D-FD08-6BE3D8D3EA85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F4104B2-EABB-7252-F999-38D55D4DC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313205"/>
              </p:ext>
            </p:extLst>
          </p:nvPr>
        </p:nvGraphicFramePr>
        <p:xfrm>
          <a:off x="631572" y="1127916"/>
          <a:ext cx="10826136" cy="513021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5413068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5413068">
                  <a:extLst>
                    <a:ext uri="{9D8B030D-6E8A-4147-A177-3AD203B41FA5}">
                      <a16:colId xmlns:a16="http://schemas.microsoft.com/office/drawing/2014/main" val="2318444150"/>
                    </a:ext>
                  </a:extLst>
                </a:gridCol>
              </a:tblGrid>
              <a:tr h="55039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공지사항</a:t>
                      </a:r>
                      <a:endParaRPr lang="ko-KR" altLang="en-US" sz="1100" b="1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4579818"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1. 9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급여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급여명세서 배포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2026. 09. 17(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목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지급일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2026. 09. 18(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조기 지급 사유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: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추석 전 연차 사용 권장 기간 및 연휴 일정을 고려하여 조기 지급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변동사항 처리 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: 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지급 이후 확인되는 근태 및 급여 변동사항은 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급여에 반영 예정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2.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주간회의 일정 안내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추석 연후 및 연차 권고로 인해 주간회의 일정을 변경 합니다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기존 주간회의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9/28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변경 주간회의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10/6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이후 격주 월요일에 진행 됩니다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프로젝트 진행 상황을 고려하여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11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일 까지의 주간회의는 기존 오전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시에서 오후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시로 변경되었습니다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3.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추석 연휴 연차 상정 기간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 - 9/21~9/23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추석 연휴 전으로 연차를 사용하실 직원 분들은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9/17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까지 연차 상정하여 주시기 바랍니다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4F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FF0000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108000" marR="0" marT="360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4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83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1CFA3B-AA12-46B6-C057-D45E8CE5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0" kern="1200">
                <a:solidFill>
                  <a:schemeClr val="tx1">
                    <a:lumMod val="7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주요 업무 현황</a:t>
            </a:r>
            <a:endParaRPr lang="en-US" altLang="ko-KR" sz="2400" b="0" kern="1200">
              <a:solidFill>
                <a:schemeClr val="tx1">
                  <a:lumMod val="7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C35B07-CDAA-9A57-2F9A-44409A3A7CA4}"/>
              </a:ext>
            </a:extLst>
          </p:cNvPr>
          <p:cNvSpPr txBox="1"/>
          <p:nvPr/>
        </p:nvSpPr>
        <p:spPr>
          <a:xfrm>
            <a:off x="73890" y="6308080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(*)Online</a:t>
            </a:r>
            <a:endParaRPr lang="ko-KR" altLang="en-US" sz="1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3490C7-9578-C8E0-2EB4-5C3ED4027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47203"/>
              </p:ext>
            </p:extLst>
          </p:nvPr>
        </p:nvGraphicFramePr>
        <p:xfrm>
          <a:off x="769915" y="873125"/>
          <a:ext cx="10790514" cy="1310977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29414">
                  <a:extLst>
                    <a:ext uri="{9D8B030D-6E8A-4147-A177-3AD203B41FA5}">
                      <a16:colId xmlns:a16="http://schemas.microsoft.com/office/drawing/2014/main" val="939448066"/>
                    </a:ext>
                  </a:extLst>
                </a:gridCol>
                <a:gridCol w="3674492">
                  <a:extLst>
                    <a:ext uri="{9D8B030D-6E8A-4147-A177-3AD203B41FA5}">
                      <a16:colId xmlns:a16="http://schemas.microsoft.com/office/drawing/2014/main" val="3327483527"/>
                    </a:ext>
                  </a:extLst>
                </a:gridCol>
                <a:gridCol w="1799353">
                  <a:extLst>
                    <a:ext uri="{9D8B030D-6E8A-4147-A177-3AD203B41FA5}">
                      <a16:colId xmlns:a16="http://schemas.microsoft.com/office/drawing/2014/main" val="3073445094"/>
                    </a:ext>
                  </a:extLst>
                </a:gridCol>
                <a:gridCol w="3587255">
                  <a:extLst>
                    <a:ext uri="{9D8B030D-6E8A-4147-A177-3AD203B41FA5}">
                      <a16:colId xmlns:a16="http://schemas.microsoft.com/office/drawing/2014/main" val="973327844"/>
                    </a:ext>
                  </a:extLst>
                </a:gridCol>
              </a:tblGrid>
              <a:tr h="41653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금월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익월 주요 이벤트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SemiBold" panose="020007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2664"/>
                  </a:ext>
                </a:extLst>
              </a:tr>
              <a:tr h="298149"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</a:t>
                      </a:r>
                      <a:r>
                        <a:rPr lang="ko-KR" altLang="en-US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중순</a:t>
                      </a:r>
                      <a:r>
                        <a:rPr lang="en-US" altLang="ko-KR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~</a:t>
                      </a:r>
                      <a:r>
                        <a:rPr lang="ko-KR" altLang="en-US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말경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병역특례지정 업체선정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</a:t>
                      </a:r>
                      <a:r>
                        <a:rPr lang="ko-KR" altLang="en-US" sz="900" kern="12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>
                          <a:solidFill>
                            <a:schemeClr val="bg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병무청 실태조사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020365"/>
                  </a:ext>
                </a:extLst>
              </a:tr>
              <a:tr h="298149"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90488" algn="ctr" defTabSz="121918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038429"/>
                  </a:ext>
                </a:extLst>
              </a:tr>
              <a:tr h="298149"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kern="12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8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bg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8563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7F87A4-89C0-4162-1117-5E5A99FCE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536549"/>
              </p:ext>
            </p:extLst>
          </p:nvPr>
        </p:nvGraphicFramePr>
        <p:xfrm>
          <a:off x="769913" y="2317652"/>
          <a:ext cx="10790514" cy="4109846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395257">
                  <a:extLst>
                    <a:ext uri="{9D8B030D-6E8A-4147-A177-3AD203B41FA5}">
                      <a16:colId xmlns:a16="http://schemas.microsoft.com/office/drawing/2014/main" val="3739707893"/>
                    </a:ext>
                  </a:extLst>
                </a:gridCol>
                <a:gridCol w="5395257">
                  <a:extLst>
                    <a:ext uri="{9D8B030D-6E8A-4147-A177-3AD203B41FA5}">
                      <a16:colId xmlns:a16="http://schemas.microsoft.com/office/drawing/2014/main" val="1907063482"/>
                    </a:ext>
                  </a:extLst>
                </a:gridCol>
              </a:tblGrid>
              <a:tr h="437346"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진행 현황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(9/7~9/11)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1219184" rtl="0" eaLnBrk="1" fontAlgn="ctr" latinLnBrk="1" hangingPunct="1"/>
                      <a:r>
                        <a:rPr lang="ko-KR" altLang="en-US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향후일정 </a:t>
                      </a:r>
                      <a:r>
                        <a:rPr lang="en-US" altLang="ko-KR" sz="1100" b="1" i="0" u="none" strike="noStrike" kern="120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(9/14~9/18)</a:t>
                      </a:r>
                      <a:endParaRPr lang="ko-KR" altLang="en-US" sz="1100" b="1" i="0" u="none" strike="noStrike" kern="120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06227"/>
                  </a:ext>
                </a:extLst>
              </a:tr>
              <a:tr h="3672500">
                <a:tc>
                  <a:txBody>
                    <a:bodyPr/>
                    <a:lstStyle/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1.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AI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자율제조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월 회의비 및 출장비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RCMS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등록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AI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자율제조 전문기술활용비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외주비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)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앨트리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전자계약 완료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AI Agent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재료비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이루로보틱스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발주 완료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AI Agent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전문기술활용비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외주비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이루로보틱스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전자계약 완료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AI Agent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출장비 및 회의비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RCMS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등록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피지컬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AI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자금집행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Site EZBARO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가입 및 사용자 교육 진행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온라인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하반기 정산 설명회 신청 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삼화회계법인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인건비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계상율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변경으로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AI Agent,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피지컬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AI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인건비 수정 및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IRIS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공문 발송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.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2.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- 8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월 경비 지급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대한전선 적격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수급인평가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자료제출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대한전선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IoT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추가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갤럭시탭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S10 FE 3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대 추가 발주 진행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드칸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TYM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정보보호교육 이수확인서 작성 및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DC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전달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자산 등록 진행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현장실습생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명 산재보험 가입 및 관련서류 제출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</a:t>
                      </a:r>
                    </a:p>
                  </a:txBody>
                  <a:tcPr marT="10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84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1.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국책과제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M-X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계상율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변동에 따른 인건비 수정 및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IRIS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공문 발송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피지컬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AI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과제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EZBARO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등록 여부 모니터링 및 연구비 집행 준비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2.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경영지원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급여대장 작성 및 세무사 제출</a:t>
                      </a:r>
                      <a:endParaRPr lang="en-US" altLang="ko-KR" sz="900" b="0" i="0" u="none" strike="noStrike" kern="1200">
                        <a:solidFill>
                          <a:schemeClr val="bg1"/>
                        </a:solidFill>
                        <a:effectLst/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- 9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월 급여 지급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(9/18)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- 9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월 퇴직연금 지급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(9/18)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-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법인인감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증명 발급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등기소 방문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(9/14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  <a:p>
                      <a:pPr marL="0" indent="0" algn="l" defTabSz="1219184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   -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퇴직연금 변동으로 관련 서류 제출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,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세무사 및 은행 방문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 xml:space="preserve">(9/17 </a:t>
                      </a:r>
                      <a:r>
                        <a:rPr lang="ko-KR" altLang="en-US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오후</a:t>
                      </a:r>
                      <a:r>
                        <a:rPr lang="en-US" altLang="ko-KR" sz="900" b="0" i="0" u="none" strike="noStrike" kern="1200">
                          <a:solidFill>
                            <a:schemeClr val="bg1"/>
                          </a:solidFill>
                          <a:effectLst/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)</a:t>
                      </a:r>
                    </a:p>
                  </a:txBody>
                  <a:tcPr marT="108000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4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97220"/>
      </p:ext>
    </p:extLst>
  </p:cSld>
  <p:clrMapOvr>
    <a:masterClrMapping/>
  </p:clrMapOvr>
</p:sld>
</file>

<file path=ppt/theme/theme1.xml><?xml version="1.0" encoding="utf-8"?>
<a:theme xmlns:a="http://schemas.openxmlformats.org/drawingml/2006/main" name="CORPORATE">
  <a:themeElements>
    <a:clrScheme name="Dassault">
      <a:dk1>
        <a:srgbClr val="0F5486"/>
      </a:dk1>
      <a:lt1>
        <a:srgbClr val="FFFFFF"/>
      </a:lt1>
      <a:dk2>
        <a:srgbClr val="001871"/>
      </a:dk2>
      <a:lt2>
        <a:srgbClr val="DA291C"/>
      </a:lt2>
      <a:accent1>
        <a:srgbClr val="97999B"/>
      </a:accent1>
      <a:accent2>
        <a:srgbClr val="00B2A9"/>
      </a:accent2>
      <a:accent3>
        <a:srgbClr val="FFCD00"/>
      </a:accent3>
      <a:accent4>
        <a:srgbClr val="E87722"/>
      </a:accent4>
      <a:accent5>
        <a:srgbClr val="C8D300"/>
      </a:accent5>
      <a:accent6>
        <a:srgbClr val="000000"/>
      </a:accent6>
      <a:hlink>
        <a:srgbClr val="0000FF"/>
      </a:hlink>
      <a:folHlink>
        <a:srgbClr val="800080"/>
      </a:folHlink>
    </a:clrScheme>
    <a:fontScheme name="Custom 57">
      <a:majorFont>
        <a:latin typeface="3ds SemiBold"/>
        <a:ea typeface=""/>
        <a:cs typeface=""/>
      </a:majorFont>
      <a:minorFont>
        <a:latin typeface="3d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rgbClr val="0F5486"/>
          </a:solidFill>
        </a:ln>
      </a:spPr>
      <a:bodyPr lIns="0" tIns="0" rIns="0" bIns="0" rtlCol="0" anchor="ctr">
        <a:noAutofit/>
      </a:bodyPr>
      <a:lstStyle>
        <a:defPPr algn="ctr">
          <a:spcBef>
            <a:spcPts val="600"/>
          </a:spcBef>
          <a:defRPr sz="1200" smtClean="0">
            <a:latin typeface="3ds Condensed" panose="02000503020000020004" pitchFamily="50" charset="0"/>
            <a:ea typeface="휴먼모음T" panose="02030504000101010101" pitchFamily="18" charset="-127"/>
          </a:defRPr>
        </a:defPPr>
      </a:lst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dirty="0" smtClean="0">
            <a:solidFill>
              <a:srgbClr val="404957"/>
            </a:solidFill>
            <a:latin typeface="Pretendard Medium" panose="02000603000000020004" pitchFamily="50" charset="-127"/>
            <a:ea typeface="Pretendard Medium" panose="02000603000000020004" pitchFamily="50" charset="-127"/>
            <a:cs typeface="Pretendard Medium" panose="020006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8" id="{7C9F1673-0E4E-1349-AFAE-A5ACBCFCD0CA}" vid="{0B38E749-D71E-4441-BD0A-191D4503581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CORPORATE</vt:lpstr>
      <vt:lpstr>PowerPoint Presentation</vt:lpstr>
      <vt:lpstr>공지사항</vt:lpstr>
      <vt:lpstr>주요 업무 현황</vt:lpstr>
      <vt:lpstr>센터 협업 현황</vt:lpstr>
      <vt:lpstr>PowerPoint Presentation</vt:lpstr>
      <vt:lpstr>주요 업무 현황</vt:lpstr>
      <vt:lpstr>주요 업무 현황</vt:lpstr>
      <vt:lpstr>PowerPoint Presentation</vt:lpstr>
      <vt:lpstr>주요 업무 현황</vt:lpstr>
      <vt:lpstr>센터 협업 현황</vt:lpstr>
      <vt:lpstr>PowerPoint Presentation</vt:lpstr>
      <vt:lpstr>주요 업무 현황</vt:lpstr>
      <vt:lpstr>주요 업무 현황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Leo Kim</dc:creator>
  <cp:revision>1</cp:revision>
  <dcterms:created xsi:type="dcterms:W3CDTF">2024-04-18T11:52:41Z</dcterms:created>
  <dcterms:modified xsi:type="dcterms:W3CDTF">2026-09-13T13:34:04Z</dcterms:modified>
</cp:coreProperties>
</file>